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2" r:id="rId4"/>
    <p:sldId id="261" r:id="rId5"/>
    <p:sldId id="263" r:id="rId6"/>
    <p:sldId id="264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1700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40779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032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223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146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84755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63668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2740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316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88828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2347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2B892-4454-4017-B32E-8B193DFD21C5}" type="datetimeFigureOut">
              <a:rPr lang="en-NZ" smtClean="0"/>
              <a:t>4/05/2017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21ABA-B0A9-4A54-8035-5FB6A7F98B9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5445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12factor.net/" TargetMode="External"/><Relationship Id="rId2" Type="http://schemas.openxmlformats.org/officeDocument/2006/relationships/hyperlink" Target="https://devopsnz.slack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9"/>
          <p:cNvSpPr>
            <a:spLocks noGrp="1"/>
          </p:cNvSpPr>
          <p:nvPr>
            <p:ph idx="1"/>
          </p:nvPr>
        </p:nvSpPr>
        <p:spPr>
          <a:xfrm>
            <a:off x="648930" y="2438401"/>
            <a:ext cx="10340648" cy="556470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4800" b="1" dirty="0">
                <a:solidFill>
                  <a:srgbClr val="C00000"/>
                </a:solidFill>
              </a:rPr>
              <a:t>Improving processes for Agile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12305" y="3070372"/>
            <a:ext cx="24190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NZ" dirty="0"/>
              <a:t>BMK Lakshminarayanan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599" y="3453057"/>
            <a:ext cx="1185350" cy="69529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815" y="5301843"/>
            <a:ext cx="5430256" cy="89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67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sz="48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DevOps movement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From practitioners, by practitioners </a:t>
            </a:r>
          </a:p>
          <a:p>
            <a:r>
              <a:rPr lang="en-NZ" dirty="0"/>
              <a:t>Not a product, specification, job title </a:t>
            </a:r>
          </a:p>
          <a:p>
            <a:r>
              <a:rPr lang="en-NZ" dirty="0"/>
              <a:t>An experience-based movement  </a:t>
            </a:r>
          </a:p>
          <a:p>
            <a:r>
              <a:rPr lang="en-NZ" dirty="0"/>
              <a:t>Decentralized and open to all</a:t>
            </a:r>
          </a:p>
          <a:p>
            <a:r>
              <a:rPr lang="en-NZ" dirty="0"/>
              <a:t>Not usually driven from the top down</a:t>
            </a:r>
          </a:p>
          <a:p>
            <a:r>
              <a:rPr lang="en-NZ" dirty="0"/>
              <a:t>Improves organization efficiency and effectiveness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22227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946169" y="481264"/>
            <a:ext cx="2781276" cy="28673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0677" y="485775"/>
            <a:ext cx="2203222" cy="2862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3561" y="3511487"/>
            <a:ext cx="2783884" cy="28550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08782" y="1701532"/>
            <a:ext cx="457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635" y="4301207"/>
            <a:ext cx="2459736" cy="12735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643" y="747436"/>
            <a:ext cx="1883664" cy="233495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634" y="695099"/>
            <a:ext cx="2459737" cy="2435139"/>
          </a:xfrm>
          <a:prstGeom prst="rect">
            <a:avLst/>
          </a:prstGeom>
        </p:spPr>
      </p:pic>
      <p:sp>
        <p:nvSpPr>
          <p:cNvPr id="31" name="Rectangle 3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0677" y="3511487"/>
            <a:ext cx="2203222" cy="2862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644" y="3867710"/>
            <a:ext cx="1883664" cy="2140527"/>
          </a:xfrm>
          <a:prstGeom prst="rect">
            <a:avLst/>
          </a:prstGeom>
        </p:spPr>
      </p:pic>
      <p:sp>
        <p:nvSpPr>
          <p:cNvPr id="4" name="Content Placeholder 9"/>
          <p:cNvSpPr>
            <a:spLocks noGrp="1"/>
          </p:cNvSpPr>
          <p:nvPr>
            <p:ph idx="1"/>
          </p:nvPr>
        </p:nvSpPr>
        <p:spPr>
          <a:xfrm>
            <a:off x="838200" y="1863969"/>
            <a:ext cx="4981734" cy="4312994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sz="4800" b="1" dirty="0">
                <a:solidFill>
                  <a:srgbClr val="C00000"/>
                </a:solidFill>
              </a:rPr>
              <a:t>“Operation” is the Business</a:t>
            </a:r>
          </a:p>
        </p:txBody>
      </p:sp>
    </p:spTree>
    <p:extLst>
      <p:ext uri="{BB962C8B-B14F-4D97-AF65-F5344CB8AC3E}">
        <p14:creationId xmlns:p14="http://schemas.microsoft.com/office/powerpoint/2010/main" val="3526433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78244" y="5532438"/>
            <a:ext cx="10515600" cy="1099022"/>
          </a:xfrm>
        </p:spPr>
        <p:txBody>
          <a:bodyPr/>
          <a:lstStyle/>
          <a:p>
            <a:r>
              <a:rPr lang="en-NZ" b="1" i="1" dirty="0"/>
              <a:t>Silos are #1 enemy of throughput and quality</a:t>
            </a:r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9273" y="461319"/>
            <a:ext cx="7442658" cy="50978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08084" y="5255439"/>
            <a:ext cx="19630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200" dirty="0"/>
              <a:t>-Damon Edwards</a:t>
            </a:r>
          </a:p>
        </p:txBody>
      </p:sp>
    </p:spTree>
    <p:extLst>
      <p:ext uri="{BB962C8B-B14F-4D97-AF65-F5344CB8AC3E}">
        <p14:creationId xmlns:p14="http://schemas.microsoft.com/office/powerpoint/2010/main" val="384719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103" y="527221"/>
            <a:ext cx="8841636" cy="598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567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sz="48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DevOps @ Bnz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Self-service offering | </a:t>
            </a:r>
            <a:r>
              <a:rPr lang="en-NZ" dirty="0">
                <a:solidFill>
                  <a:srgbClr val="C00000"/>
                </a:solidFill>
              </a:rPr>
              <a:t>Provision your own Dev, Test boxes</a:t>
            </a:r>
          </a:p>
          <a:p>
            <a:r>
              <a:rPr lang="en-NZ" dirty="0"/>
              <a:t>Application performance monitoring | </a:t>
            </a:r>
            <a:r>
              <a:rPr lang="en-NZ" dirty="0">
                <a:solidFill>
                  <a:srgbClr val="C00000"/>
                </a:solidFill>
              </a:rPr>
              <a:t>Run, Monitor, Manage, Learn</a:t>
            </a:r>
          </a:p>
          <a:p>
            <a:r>
              <a:rPr lang="en-NZ" dirty="0" err="1"/>
              <a:t>Microservices</a:t>
            </a:r>
            <a:r>
              <a:rPr lang="en-NZ" dirty="0"/>
              <a:t> and Containers | </a:t>
            </a:r>
            <a:r>
              <a:rPr lang="en-NZ" dirty="0">
                <a:solidFill>
                  <a:srgbClr val="C00000"/>
                </a:solidFill>
              </a:rPr>
              <a:t>Immutable Infrastructures</a:t>
            </a:r>
          </a:p>
          <a:p>
            <a:r>
              <a:rPr lang="en-NZ" dirty="0"/>
              <a:t>Infrastructure automation and PaaS offerings | </a:t>
            </a:r>
            <a:r>
              <a:rPr lang="en-NZ" dirty="0">
                <a:solidFill>
                  <a:srgbClr val="C00000"/>
                </a:solidFill>
              </a:rPr>
              <a:t>3 days to 30 minutes</a:t>
            </a:r>
          </a:p>
          <a:p>
            <a:r>
              <a:rPr lang="en-NZ" dirty="0"/>
              <a:t>Squads, Tribes | </a:t>
            </a:r>
            <a:r>
              <a:rPr lang="en-NZ" dirty="0">
                <a:solidFill>
                  <a:srgbClr val="C00000"/>
                </a:solidFill>
              </a:rPr>
              <a:t>Co-located cross functional teams</a:t>
            </a:r>
          </a:p>
          <a:p>
            <a:r>
              <a:rPr lang="en-NZ" dirty="0"/>
              <a:t>Automated Deployments| </a:t>
            </a:r>
            <a:r>
              <a:rPr lang="en-NZ" dirty="0">
                <a:solidFill>
                  <a:srgbClr val="C00000"/>
                </a:solidFill>
              </a:rPr>
              <a:t>2 Hours to 20 seconds</a:t>
            </a:r>
          </a:p>
          <a:p>
            <a:r>
              <a:rPr lang="en-NZ" dirty="0" err="1"/>
              <a:t>DevSecOps</a:t>
            </a:r>
            <a:r>
              <a:rPr lang="en-NZ" dirty="0"/>
              <a:t>| </a:t>
            </a:r>
            <a:r>
              <a:rPr lang="en-NZ" dirty="0">
                <a:solidFill>
                  <a:srgbClr val="C00000"/>
                </a:solidFill>
              </a:rPr>
              <a:t>Shifting left</a:t>
            </a:r>
          </a:p>
          <a:p>
            <a:endParaRPr lang="en-NZ" dirty="0">
              <a:solidFill>
                <a:srgbClr val="C00000"/>
              </a:solidFill>
            </a:endParaRPr>
          </a:p>
          <a:p>
            <a:endParaRPr lang="en-NZ" dirty="0">
              <a:solidFill>
                <a:srgbClr val="C00000"/>
              </a:solidFill>
            </a:endParaRPr>
          </a:p>
          <a:p>
            <a:endParaRPr lang="en-NZ" dirty="0">
              <a:solidFill>
                <a:srgbClr val="C00000"/>
              </a:solidFill>
            </a:endParaRP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15009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sz="48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“Continuous Delivery” workshop by Jez Humble in Auckland 30</a:t>
            </a:r>
            <a:r>
              <a:rPr lang="en-NZ" baseline="30000" dirty="0"/>
              <a:t>th</a:t>
            </a:r>
            <a:r>
              <a:rPr lang="en-NZ" dirty="0"/>
              <a:t> June</a:t>
            </a:r>
          </a:p>
          <a:p>
            <a:r>
              <a:rPr lang="en-NZ" dirty="0" err="1"/>
              <a:t>DevOpsDays</a:t>
            </a:r>
            <a:r>
              <a:rPr lang="en-NZ" dirty="0"/>
              <a:t> NZ conference | follow us @</a:t>
            </a:r>
            <a:r>
              <a:rPr lang="en-NZ" dirty="0" err="1"/>
              <a:t>devopsdaysnz</a:t>
            </a:r>
            <a:endParaRPr lang="en-NZ" dirty="0"/>
          </a:p>
          <a:p>
            <a:r>
              <a:rPr lang="en-NZ" dirty="0"/>
              <a:t>Wellington Enterprise DevOps meetup</a:t>
            </a:r>
          </a:p>
          <a:p>
            <a:r>
              <a:rPr lang="en-NZ" dirty="0">
                <a:hlinkClick r:id="rId2"/>
              </a:rPr>
              <a:t>https://devopsnz.slack.com/</a:t>
            </a:r>
            <a:endParaRPr lang="en-NZ" dirty="0"/>
          </a:p>
          <a:p>
            <a:r>
              <a:rPr lang="en-NZ" dirty="0">
                <a:hlinkClick r:id="rId3"/>
              </a:rPr>
              <a:t>https://12factor.net/</a:t>
            </a:r>
            <a:endParaRPr lang="en-NZ" dirty="0"/>
          </a:p>
          <a:p>
            <a:r>
              <a:rPr lang="en-NZ" dirty="0"/>
              <a:t>Building </a:t>
            </a:r>
            <a:r>
              <a:rPr lang="en-NZ" dirty="0" err="1"/>
              <a:t>Microservices</a:t>
            </a:r>
            <a:r>
              <a:rPr lang="en-NZ" dirty="0"/>
              <a:t> by Sam Newman</a:t>
            </a:r>
          </a:p>
          <a:p>
            <a:r>
              <a:rPr lang="en-NZ" dirty="0"/>
              <a:t>#</a:t>
            </a:r>
            <a:r>
              <a:rPr lang="en-NZ" dirty="0" err="1"/>
              <a:t>devops</a:t>
            </a:r>
            <a:endParaRPr lang="en-NZ" dirty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705571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161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DevOps movement</vt:lpstr>
      <vt:lpstr>PowerPoint Presentation</vt:lpstr>
      <vt:lpstr>Silos are #1 enemy of throughput and quality</vt:lpstr>
      <vt:lpstr>PowerPoint Presentation</vt:lpstr>
      <vt:lpstr>DevOps @ Bnz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MSD BMK Improving Process for Agile Delivery</dc:title>
  <dc:creator>Balamuralikrishna lakshminarayanan</dc:creator>
  <cp:keywords>DevOps, BMK, Presentation, Continuous Improvment, Continuous Delivery</cp:keywords>
  <cp:lastModifiedBy>Bmk Lakshminarayan</cp:lastModifiedBy>
  <cp:revision>38</cp:revision>
  <dcterms:created xsi:type="dcterms:W3CDTF">2016-09-27T02:23:41Z</dcterms:created>
  <dcterms:modified xsi:type="dcterms:W3CDTF">2017-05-04T11:02:20Z</dcterms:modified>
  <cp:category>DevOps</cp:category>
</cp:coreProperties>
</file>