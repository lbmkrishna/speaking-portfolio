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88825"/>
  <p:notesSz cx="70104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2928" orient="horz"/>
        <p:guide pos="2208"/>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1"/>
            <a:ext cx="3038258" cy="46449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60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ctr">
              <a:lnSpc>
                <a:spcPct val="9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ctr">
              <a:lnSpc>
                <a:spcPct val="9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ctr">
              <a:lnSpc>
                <a:spcPct val="9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ctr">
              <a:lnSpc>
                <a:spcPct val="9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970576" y="1"/>
            <a:ext cx="3038258" cy="464492"/>
          </a:xfrm>
          <a:prstGeom prst="rect">
            <a:avLst/>
          </a:prstGeom>
          <a:noFill/>
          <a:ln>
            <a:noFill/>
          </a:ln>
        </p:spPr>
        <p:txBody>
          <a:bodyPr anchorCtr="0" anchor="t" bIns="45700" lIns="91425" spcFirstLastPara="1" rIns="91425" wrap="square" tIns="45700">
            <a:noAutofit/>
          </a:bodyPr>
          <a:lstStyle>
            <a:lvl1pPr lvl="0" marR="0" rtl="0" algn="r">
              <a:lnSpc>
                <a:spcPct val="90000"/>
              </a:lnSpc>
              <a:spcBef>
                <a:spcPts val="60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ctr">
              <a:lnSpc>
                <a:spcPct val="9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ctr">
              <a:lnSpc>
                <a:spcPct val="9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ctr">
              <a:lnSpc>
                <a:spcPct val="9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ctr">
              <a:lnSpc>
                <a:spcPct val="9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0413" y="4415133"/>
            <a:ext cx="5609574" cy="418370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8830268"/>
            <a:ext cx="3038258" cy="464492"/>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60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ctr">
              <a:lnSpc>
                <a:spcPct val="9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ctr">
              <a:lnSpc>
                <a:spcPct val="9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ctr">
              <a:lnSpc>
                <a:spcPct val="9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ctr">
              <a:lnSpc>
                <a:spcPct val="9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970576" y="8830268"/>
            <a:ext cx="3038258" cy="464492"/>
          </a:xfrm>
          <a:prstGeom prst="rect">
            <a:avLst/>
          </a:prstGeom>
          <a:noFill/>
          <a:ln>
            <a:noFill/>
          </a:ln>
        </p:spPr>
        <p:txBody>
          <a:bodyPr anchorCtr="0" anchor="b" bIns="45700" lIns="91425" spcFirstLastPara="1" rIns="91425" wrap="square" tIns="45700">
            <a:noAutofit/>
          </a:bodyPr>
          <a:lstStyle/>
          <a:p>
            <a:pPr indent="0" lvl="0" marL="0" marR="0" rtl="0" algn="r">
              <a:lnSpc>
                <a:spcPct val="9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1:notes"/>
          <p:cNvSpPr txBox="1"/>
          <p:nvPr>
            <p:ph idx="1" type="body"/>
          </p:nvPr>
        </p:nvSpPr>
        <p:spPr>
          <a:xfrm>
            <a:off x="700413" y="4415133"/>
            <a:ext cx="5609574" cy="41837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150">
                <a:solidFill>
                  <a:srgbClr val="1E252C"/>
                </a:solidFill>
                <a:highlight>
                  <a:srgbClr val="FFFFFF"/>
                </a:highlight>
                <a:latin typeface="Arial"/>
                <a:ea typeface="Arial"/>
                <a:cs typeface="Arial"/>
                <a:sym typeface="Arial"/>
              </a:rPr>
              <a:t>Organizations everywhere struggle with one specific, real problem with their continuous delivery pipelines: their data. In this session, BMK Lakshminarayanan of the Bank of New Zealand will share some of his experience with solving data-related issues and what advice he has for those facing </a:t>
            </a:r>
            <a:r>
              <a:rPr lang="en-US" sz="1150">
                <a:solidFill>
                  <a:srgbClr val="1E252C"/>
                </a:solidFill>
                <a:highlight>
                  <a:srgbClr val="FFFFFF"/>
                </a:highlight>
                <a:latin typeface="Arial"/>
                <a:ea typeface="Arial"/>
                <a:cs typeface="Arial"/>
                <a:sym typeface="Arial"/>
              </a:rPr>
              <a:t>similar</a:t>
            </a:r>
            <a:r>
              <a:rPr lang="en-US" sz="1150">
                <a:solidFill>
                  <a:srgbClr val="1E252C"/>
                </a:solidFill>
                <a:highlight>
                  <a:srgbClr val="FFFFFF"/>
                </a:highlight>
                <a:latin typeface="Arial"/>
                <a:ea typeface="Arial"/>
                <a:cs typeface="Arial"/>
                <a:sym typeface="Arial"/>
              </a:rPr>
              <a:t> challenges. He will also discuss what other data-related challenges remain and will need collaboration to resolve.</a:t>
            </a:r>
            <a:endParaRPr/>
          </a:p>
          <a:p>
            <a:pPr indent="0" lvl="0" marL="0" rtl="0" algn="l">
              <a:lnSpc>
                <a:spcPct val="100000"/>
              </a:lnSpc>
              <a:spcBef>
                <a:spcPts val="0"/>
              </a:spcBef>
              <a:spcAft>
                <a:spcPts val="0"/>
              </a:spcAft>
              <a:buSzPts val="1400"/>
              <a:buNone/>
            </a:pPr>
            <a:r>
              <a:t/>
            </a:r>
            <a:endParaRPr/>
          </a:p>
        </p:txBody>
      </p:sp>
      <p:sp>
        <p:nvSpPr>
          <p:cNvPr id="57" name="Google Shape;57;p1:notes"/>
          <p:cNvSpPr txBox="1"/>
          <p:nvPr>
            <p:ph idx="12" type="sldNum"/>
          </p:nvPr>
        </p:nvSpPr>
        <p:spPr>
          <a:xfrm>
            <a:off x="3970576" y="8830268"/>
            <a:ext cx="3038258" cy="464492"/>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905fd1bd5a_0_13:notes"/>
          <p:cNvSpPr/>
          <p:nvPr>
            <p:ph idx="2" type="sldImg"/>
          </p:nvPr>
        </p:nvSpPr>
        <p:spPr>
          <a:xfrm>
            <a:off x="457200" y="709613"/>
            <a:ext cx="6156300" cy="3465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 name="Google Shape;65;g905fd1bd5a_0_13:notes"/>
          <p:cNvSpPr txBox="1"/>
          <p:nvPr>
            <p:ph idx="1" type="body"/>
          </p:nvPr>
        </p:nvSpPr>
        <p:spPr>
          <a:xfrm>
            <a:off x="903289" y="4411664"/>
            <a:ext cx="5189400" cy="4175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905fd1bd5a_2_0:notes"/>
          <p:cNvSpPr/>
          <p:nvPr>
            <p:ph idx="2" type="sldImg"/>
          </p:nvPr>
        </p:nvSpPr>
        <p:spPr>
          <a:xfrm>
            <a:off x="407988" y="696913"/>
            <a:ext cx="6194400" cy="3486300"/>
          </a:xfrm>
          <a:custGeom>
            <a:rect b="b" l="l" r="r" t="t"/>
            <a:pathLst>
              <a:path extrusionOk="0" h="120000" w="120000">
                <a:moveTo>
                  <a:pt x="0" y="0"/>
                </a:moveTo>
                <a:lnTo>
                  <a:pt x="120000" y="0"/>
                </a:lnTo>
                <a:lnTo>
                  <a:pt x="120000" y="120000"/>
                </a:lnTo>
                <a:lnTo>
                  <a:pt x="0" y="120000"/>
                </a:lnTo>
                <a:close/>
              </a:path>
            </a:pathLst>
          </a:custGeom>
        </p:spPr>
      </p:sp>
      <p:sp>
        <p:nvSpPr>
          <p:cNvPr id="96" name="Google Shape;96;g905fd1bd5a_2_0:notes"/>
          <p:cNvSpPr txBox="1"/>
          <p:nvPr>
            <p:ph idx="1" type="body"/>
          </p:nvPr>
        </p:nvSpPr>
        <p:spPr>
          <a:xfrm>
            <a:off x="700413" y="4415133"/>
            <a:ext cx="5609700" cy="4183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g905fd1bd5a_2_0:notes"/>
          <p:cNvSpPr txBox="1"/>
          <p:nvPr>
            <p:ph idx="12" type="sldNum"/>
          </p:nvPr>
        </p:nvSpPr>
        <p:spPr>
          <a:xfrm>
            <a:off x="3970576" y="8830268"/>
            <a:ext cx="3038400" cy="46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2" type="sldNum"/>
          </p:nvPr>
        </p:nvSpPr>
        <p:spPr>
          <a:xfrm>
            <a:off x="3970576" y="8830268"/>
            <a:ext cx="3038258" cy="464492"/>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SzPts val="1400"/>
              <a:buNone/>
            </a:pPr>
            <a:fld id="{00000000-1234-1234-1234-123412341234}" type="slidenum">
              <a:rPr lang="en-US"/>
              <a:t>‹#›</a:t>
            </a:fld>
            <a:endParaRPr/>
          </a:p>
        </p:txBody>
      </p:sp>
      <p:sp>
        <p:nvSpPr>
          <p:cNvPr id="103" name="Google Shape;103;p2: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2:notes"/>
          <p:cNvSpPr txBox="1"/>
          <p:nvPr>
            <p:ph idx="1" type="body"/>
          </p:nvPr>
        </p:nvSpPr>
        <p:spPr>
          <a:xfrm>
            <a:off x="700413" y="4415133"/>
            <a:ext cx="5609574" cy="41837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905fd1bd5a_0_7:notes"/>
          <p:cNvSpPr txBox="1"/>
          <p:nvPr>
            <p:ph idx="12" type="sldNum"/>
          </p:nvPr>
        </p:nvSpPr>
        <p:spPr>
          <a:xfrm>
            <a:off x="3970576" y="8830268"/>
            <a:ext cx="3038400" cy="464400"/>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SzPts val="1400"/>
              <a:buNone/>
            </a:pPr>
            <a:fld id="{00000000-1234-1234-1234-123412341234}" type="slidenum">
              <a:rPr lang="en-US"/>
              <a:t>‹#›</a:t>
            </a:fld>
            <a:endParaRPr/>
          </a:p>
        </p:txBody>
      </p:sp>
      <p:sp>
        <p:nvSpPr>
          <p:cNvPr id="111" name="Google Shape;111;g905fd1bd5a_0_7:notes"/>
          <p:cNvSpPr/>
          <p:nvPr>
            <p:ph idx="2" type="sldImg"/>
          </p:nvPr>
        </p:nvSpPr>
        <p:spPr>
          <a:xfrm>
            <a:off x="407988" y="696913"/>
            <a:ext cx="61944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g905fd1bd5a_0_7:notes"/>
          <p:cNvSpPr txBox="1"/>
          <p:nvPr>
            <p:ph idx="1" type="body"/>
          </p:nvPr>
        </p:nvSpPr>
        <p:spPr>
          <a:xfrm>
            <a:off x="700413" y="4415133"/>
            <a:ext cx="5609700" cy="41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905fd1bd5a_0_195:notes"/>
          <p:cNvSpPr/>
          <p:nvPr>
            <p:ph idx="2" type="sldImg"/>
          </p:nvPr>
        </p:nvSpPr>
        <p:spPr>
          <a:xfrm>
            <a:off x="457200" y="709613"/>
            <a:ext cx="6156300" cy="3465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g905fd1bd5a_0_195:notes"/>
          <p:cNvSpPr txBox="1"/>
          <p:nvPr>
            <p:ph idx="1" type="body"/>
          </p:nvPr>
        </p:nvSpPr>
        <p:spPr>
          <a:xfrm>
            <a:off x="903289" y="4411664"/>
            <a:ext cx="5189400" cy="4175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905fd1bd5a_0_430:notes"/>
          <p:cNvSpPr/>
          <p:nvPr>
            <p:ph idx="2" type="sldImg"/>
          </p:nvPr>
        </p:nvSpPr>
        <p:spPr>
          <a:xfrm>
            <a:off x="407988" y="696913"/>
            <a:ext cx="6194400" cy="34863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905fd1bd5a_0_430:notes"/>
          <p:cNvSpPr txBox="1"/>
          <p:nvPr>
            <p:ph idx="1" type="body"/>
          </p:nvPr>
        </p:nvSpPr>
        <p:spPr>
          <a:xfrm>
            <a:off x="700413" y="4415133"/>
            <a:ext cx="5609700" cy="41838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en-US" sz="2800">
                <a:latin typeface="Arial"/>
                <a:ea typeface="Arial"/>
                <a:cs typeface="Arial"/>
                <a:sym typeface="Arial"/>
              </a:rPr>
              <a:t>•</a:t>
            </a:r>
            <a:r>
              <a:rPr lang="en-US" sz="2800">
                <a:solidFill>
                  <a:srgbClr val="666666"/>
                </a:solidFill>
                <a:latin typeface="Arial"/>
                <a:ea typeface="Arial"/>
                <a:cs typeface="Arial"/>
                <a:sym typeface="Arial"/>
              </a:rPr>
              <a:t>Gatekeepers</a:t>
            </a:r>
            <a:endParaRPr sz="2800">
              <a:solidFill>
                <a:srgbClr val="666666"/>
              </a:solidFill>
              <a:latin typeface="Arial"/>
              <a:ea typeface="Arial"/>
              <a:cs typeface="Arial"/>
              <a:sym typeface="Arial"/>
            </a:endParaRPr>
          </a:p>
          <a:p>
            <a:pPr indent="0" lvl="0" marL="0" rtl="0" algn="l">
              <a:lnSpc>
                <a:spcPct val="150000"/>
              </a:lnSpc>
              <a:spcBef>
                <a:spcPts val="0"/>
              </a:spcBef>
              <a:spcAft>
                <a:spcPts val="0"/>
              </a:spcAft>
              <a:buClr>
                <a:schemeClr val="dk1"/>
              </a:buClr>
              <a:buSzPts val="1100"/>
              <a:buFont typeface="Arial"/>
              <a:buNone/>
            </a:pPr>
            <a:r>
              <a:rPr lang="en-US" sz="2800">
                <a:latin typeface="Arial"/>
                <a:ea typeface="Arial"/>
                <a:cs typeface="Arial"/>
                <a:sym typeface="Arial"/>
              </a:rPr>
              <a:t>•</a:t>
            </a:r>
            <a:r>
              <a:rPr lang="en-US" sz="2800">
                <a:solidFill>
                  <a:srgbClr val="666666"/>
                </a:solidFill>
                <a:latin typeface="Arial"/>
                <a:ea typeface="Arial"/>
                <a:cs typeface="Arial"/>
                <a:sym typeface="Arial"/>
              </a:rPr>
              <a:t>Specialized</a:t>
            </a:r>
            <a:endParaRPr sz="2800">
              <a:solidFill>
                <a:srgbClr val="666666"/>
              </a:solidFill>
              <a:latin typeface="Arial"/>
              <a:ea typeface="Arial"/>
              <a:cs typeface="Arial"/>
              <a:sym typeface="Arial"/>
            </a:endParaRPr>
          </a:p>
          <a:p>
            <a:pPr indent="0" lvl="0" marL="0" rtl="0" algn="l">
              <a:lnSpc>
                <a:spcPct val="150000"/>
              </a:lnSpc>
              <a:spcBef>
                <a:spcPts val="0"/>
              </a:spcBef>
              <a:spcAft>
                <a:spcPts val="0"/>
              </a:spcAft>
              <a:buClr>
                <a:schemeClr val="dk1"/>
              </a:buClr>
              <a:buSzPts val="1100"/>
              <a:buFont typeface="Arial"/>
              <a:buNone/>
            </a:pPr>
            <a:r>
              <a:rPr lang="en-US" sz="2800">
                <a:latin typeface="Arial"/>
                <a:ea typeface="Arial"/>
                <a:cs typeface="Arial"/>
                <a:sym typeface="Arial"/>
              </a:rPr>
              <a:t>•</a:t>
            </a:r>
            <a:r>
              <a:rPr lang="en-US" sz="2800">
                <a:solidFill>
                  <a:srgbClr val="666666"/>
                </a:solidFill>
                <a:latin typeface="Arial"/>
                <a:ea typeface="Arial"/>
                <a:cs typeface="Arial"/>
                <a:sym typeface="Arial"/>
              </a:rPr>
              <a:t>Superheroes</a:t>
            </a:r>
            <a:endParaRPr sz="2800">
              <a:solidFill>
                <a:srgbClr val="666666"/>
              </a:solidFill>
              <a:latin typeface="Arial"/>
              <a:ea typeface="Arial"/>
              <a:cs typeface="Arial"/>
              <a:sym typeface="Arial"/>
            </a:endParaRPr>
          </a:p>
          <a:p>
            <a:pPr indent="0" lvl="0" marL="0" rtl="0" algn="l">
              <a:lnSpc>
                <a:spcPct val="150000"/>
              </a:lnSpc>
              <a:spcBef>
                <a:spcPts val="0"/>
              </a:spcBef>
              <a:spcAft>
                <a:spcPts val="0"/>
              </a:spcAft>
              <a:buClr>
                <a:schemeClr val="dk1"/>
              </a:buClr>
              <a:buSzPts val="1100"/>
              <a:buFont typeface="Arial"/>
              <a:buNone/>
            </a:pPr>
            <a:r>
              <a:rPr lang="en-US" sz="2800">
                <a:latin typeface="Arial"/>
                <a:ea typeface="Arial"/>
                <a:cs typeface="Arial"/>
                <a:sym typeface="Arial"/>
              </a:rPr>
              <a:t>•</a:t>
            </a:r>
            <a:r>
              <a:rPr lang="en-US" sz="2800">
                <a:solidFill>
                  <a:srgbClr val="666666"/>
                </a:solidFill>
                <a:latin typeface="Arial"/>
                <a:ea typeface="Arial"/>
                <a:cs typeface="Arial"/>
                <a:sym typeface="Arial"/>
              </a:rPr>
              <a:t>Siloed</a:t>
            </a:r>
            <a:endParaRPr sz="2800">
              <a:solidFill>
                <a:srgbClr val="666666"/>
              </a:solidFill>
              <a:latin typeface="Arial"/>
              <a:ea typeface="Arial"/>
              <a:cs typeface="Arial"/>
              <a:sym typeface="Arial"/>
            </a:endParaRPr>
          </a:p>
          <a:p>
            <a:pPr indent="0" lvl="0" marL="0" rtl="0" algn="l">
              <a:lnSpc>
                <a:spcPct val="150000"/>
              </a:lnSpc>
              <a:spcBef>
                <a:spcPts val="0"/>
              </a:spcBef>
              <a:spcAft>
                <a:spcPts val="0"/>
              </a:spcAft>
              <a:buClr>
                <a:schemeClr val="dk1"/>
              </a:buClr>
              <a:buSzPts val="1100"/>
              <a:buFont typeface="Arial"/>
              <a:buNone/>
            </a:pPr>
            <a:r>
              <a:rPr lang="en-US" sz="2800">
                <a:latin typeface="Arial"/>
                <a:ea typeface="Arial"/>
                <a:cs typeface="Arial"/>
                <a:sym typeface="Arial"/>
              </a:rPr>
              <a:t>•</a:t>
            </a:r>
            <a:r>
              <a:rPr lang="en-US" sz="2800">
                <a:solidFill>
                  <a:srgbClr val="666666"/>
                </a:solidFill>
                <a:latin typeface="Arial"/>
                <a:ea typeface="Arial"/>
                <a:cs typeface="Arial"/>
                <a:sym typeface="Arial"/>
              </a:rPr>
              <a:t>Master Builders</a:t>
            </a:r>
            <a:endParaRPr sz="2800">
              <a:solidFill>
                <a:srgbClr val="666666"/>
              </a:solidFill>
              <a:latin typeface="Arial"/>
              <a:ea typeface="Arial"/>
              <a:cs typeface="Arial"/>
              <a:sym typeface="Arial"/>
            </a:endParaRPr>
          </a:p>
          <a:p>
            <a:pPr indent="0" lvl="0" marL="0" rtl="0" algn="l">
              <a:spcBef>
                <a:spcPts val="0"/>
              </a:spcBef>
              <a:spcAft>
                <a:spcPts val="0"/>
              </a:spcAft>
              <a:buNone/>
            </a:pPr>
            <a:r>
              <a:t/>
            </a:r>
            <a:endParaRPr/>
          </a:p>
        </p:txBody>
      </p:sp>
      <p:sp>
        <p:nvSpPr>
          <p:cNvPr id="139" name="Google Shape;139;g905fd1bd5a_0_430:notes"/>
          <p:cNvSpPr txBox="1"/>
          <p:nvPr>
            <p:ph idx="12" type="sldNum"/>
          </p:nvPr>
        </p:nvSpPr>
        <p:spPr>
          <a:xfrm>
            <a:off x="3970576" y="8830268"/>
            <a:ext cx="3038400" cy="46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3:notes"/>
          <p:cNvSpPr txBox="1"/>
          <p:nvPr>
            <p:ph idx="12" type="sldNum"/>
          </p:nvPr>
        </p:nvSpPr>
        <p:spPr>
          <a:xfrm>
            <a:off x="3970576" y="8830268"/>
            <a:ext cx="3038258" cy="464492"/>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SzPts val="1400"/>
              <a:buNone/>
            </a:pPr>
            <a:fld id="{00000000-1234-1234-1234-123412341234}" type="slidenum">
              <a:rPr lang="en-US"/>
              <a:t>‹#›</a:t>
            </a:fld>
            <a:endParaRPr/>
          </a:p>
        </p:txBody>
      </p:sp>
      <p:sp>
        <p:nvSpPr>
          <p:cNvPr id="146" name="Google Shape;146;p3: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3:notes"/>
          <p:cNvSpPr txBox="1"/>
          <p:nvPr>
            <p:ph idx="1" type="body"/>
          </p:nvPr>
        </p:nvSpPr>
        <p:spPr>
          <a:xfrm>
            <a:off x="700413" y="4415133"/>
            <a:ext cx="5609574" cy="41837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905fd1bd5a_0_363:notes"/>
          <p:cNvSpPr txBox="1"/>
          <p:nvPr>
            <p:ph idx="12" type="sldNum"/>
          </p:nvPr>
        </p:nvSpPr>
        <p:spPr>
          <a:xfrm>
            <a:off x="3970576" y="8830268"/>
            <a:ext cx="3038400" cy="464400"/>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SzPts val="1400"/>
              <a:buNone/>
            </a:pPr>
            <a:fld id="{00000000-1234-1234-1234-123412341234}" type="slidenum">
              <a:rPr lang="en-US"/>
              <a:t>‹#›</a:t>
            </a:fld>
            <a:endParaRPr/>
          </a:p>
        </p:txBody>
      </p:sp>
      <p:sp>
        <p:nvSpPr>
          <p:cNvPr id="156" name="Google Shape;156;g905fd1bd5a_0_363:notes"/>
          <p:cNvSpPr/>
          <p:nvPr>
            <p:ph idx="2" type="sldImg"/>
          </p:nvPr>
        </p:nvSpPr>
        <p:spPr>
          <a:xfrm>
            <a:off x="407988" y="696913"/>
            <a:ext cx="61944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g905fd1bd5a_0_363:notes"/>
          <p:cNvSpPr txBox="1"/>
          <p:nvPr>
            <p:ph idx="1" type="body"/>
          </p:nvPr>
        </p:nvSpPr>
        <p:spPr>
          <a:xfrm>
            <a:off x="700413" y="4415133"/>
            <a:ext cx="5609700" cy="41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905fd1bd5a_0_372:notes"/>
          <p:cNvSpPr txBox="1"/>
          <p:nvPr>
            <p:ph idx="12" type="sldNum"/>
          </p:nvPr>
        </p:nvSpPr>
        <p:spPr>
          <a:xfrm>
            <a:off x="3970576" y="8830268"/>
            <a:ext cx="3038400" cy="464400"/>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SzPts val="1400"/>
              <a:buNone/>
            </a:pPr>
            <a:fld id="{00000000-1234-1234-1234-123412341234}" type="slidenum">
              <a:rPr lang="en-US"/>
              <a:t>‹#›</a:t>
            </a:fld>
            <a:endParaRPr/>
          </a:p>
        </p:txBody>
      </p:sp>
      <p:sp>
        <p:nvSpPr>
          <p:cNvPr id="166" name="Google Shape;166;g905fd1bd5a_0_372:notes"/>
          <p:cNvSpPr/>
          <p:nvPr>
            <p:ph idx="2" type="sldImg"/>
          </p:nvPr>
        </p:nvSpPr>
        <p:spPr>
          <a:xfrm>
            <a:off x="407988" y="696913"/>
            <a:ext cx="61944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g905fd1bd5a_0_372:notes"/>
          <p:cNvSpPr txBox="1"/>
          <p:nvPr>
            <p:ph idx="1" type="body"/>
          </p:nvPr>
        </p:nvSpPr>
        <p:spPr>
          <a:xfrm>
            <a:off x="700413" y="4415133"/>
            <a:ext cx="5609700" cy="4183800"/>
          </a:xfrm>
          <a:prstGeom prst="rect">
            <a:avLst/>
          </a:prstGeom>
          <a:noFill/>
          <a:ln>
            <a:noFill/>
          </a:ln>
        </p:spPr>
        <p:txBody>
          <a:bodyPr anchorCtr="0" anchor="t" bIns="45700" lIns="91425" spcFirstLastPara="1" rIns="91425" wrap="square" tIns="45700">
            <a:noAutofit/>
          </a:bodyPr>
          <a:lstStyle/>
          <a:p>
            <a:pPr indent="0" lvl="0" marL="0" rtl="0" algn="l">
              <a:lnSpc>
                <a:spcPct val="218181"/>
              </a:lnSpc>
              <a:spcBef>
                <a:spcPts val="3200"/>
              </a:spcBef>
              <a:spcAft>
                <a:spcPts val="0"/>
              </a:spcAft>
              <a:buClr>
                <a:schemeClr val="dk1"/>
              </a:buClr>
              <a:buSzPts val="1100"/>
              <a:buFont typeface="Arial"/>
              <a:buNone/>
            </a:pPr>
            <a:r>
              <a:rPr b="1" lang="en-US" sz="1600">
                <a:solidFill>
                  <a:srgbClr val="292929"/>
                </a:solidFill>
                <a:highlight>
                  <a:srgbClr val="FFFFFF"/>
                </a:highlight>
                <a:latin typeface="Georgia"/>
                <a:ea typeface="Georgia"/>
                <a:cs typeface="Georgia"/>
                <a:sym typeface="Georgia"/>
              </a:rPr>
              <a:t>Who owns the Data?</a:t>
            </a:r>
            <a:endParaRPr b="1" sz="1600">
              <a:solidFill>
                <a:srgbClr val="292929"/>
              </a:solidFill>
              <a:highlight>
                <a:srgbClr val="FFFFFF"/>
              </a:highlight>
              <a:latin typeface="Georgia"/>
              <a:ea typeface="Georgia"/>
              <a:cs typeface="Georgia"/>
              <a:sym typeface="Georgia"/>
            </a:endParaRPr>
          </a:p>
          <a:p>
            <a:pPr indent="0" lvl="0" marL="0" rtl="0" algn="l">
              <a:lnSpc>
                <a:spcPct val="218181"/>
              </a:lnSpc>
              <a:spcBef>
                <a:spcPts val="3200"/>
              </a:spcBef>
              <a:spcAft>
                <a:spcPts val="0"/>
              </a:spcAft>
              <a:buClr>
                <a:schemeClr val="dk1"/>
              </a:buClr>
              <a:buSzPts val="1100"/>
              <a:buFont typeface="Arial"/>
              <a:buNone/>
            </a:pPr>
            <a:r>
              <a:rPr lang="en-US" sz="1600">
                <a:solidFill>
                  <a:srgbClr val="292929"/>
                </a:solidFill>
                <a:highlight>
                  <a:srgbClr val="FFFFFF"/>
                </a:highlight>
                <a:latin typeface="Georgia"/>
                <a:ea typeface="Georgia"/>
                <a:cs typeface="Georgia"/>
                <a:sym typeface="Georgia"/>
              </a:rPr>
              <a:t>Let us dive deep into the “Data” problem. The typical mentality in any Enterprise is that the “Data Team” or “Data Management Team” owns the data. There is a prevalent idea that they are the only team to protect data from unauthorised access, maintain the standards and conventions, “owning” the data and that they are the very last defence system in the organisation.</a:t>
            </a:r>
            <a:endParaRPr sz="1600">
              <a:solidFill>
                <a:srgbClr val="292929"/>
              </a:solidFill>
              <a:highlight>
                <a:srgbClr val="FFFFFF"/>
              </a:highlight>
              <a:latin typeface="Georgia"/>
              <a:ea typeface="Georgia"/>
              <a:cs typeface="Georgia"/>
              <a:sym typeface="Georgia"/>
            </a:endParaRPr>
          </a:p>
          <a:p>
            <a:pPr indent="0" lvl="0" marL="0" rtl="0" algn="l">
              <a:lnSpc>
                <a:spcPct val="218181"/>
              </a:lnSpc>
              <a:spcBef>
                <a:spcPts val="3200"/>
              </a:spcBef>
              <a:spcAft>
                <a:spcPts val="0"/>
              </a:spcAft>
              <a:buClr>
                <a:schemeClr val="dk1"/>
              </a:buClr>
              <a:buSzPts val="1100"/>
              <a:buFont typeface="Arial"/>
              <a:buNone/>
            </a:pPr>
            <a:r>
              <a:rPr lang="en-US" sz="1600">
                <a:solidFill>
                  <a:srgbClr val="292929"/>
                </a:solidFill>
                <a:highlight>
                  <a:srgbClr val="FFFFFF"/>
                </a:highlight>
                <a:latin typeface="Georgia"/>
                <a:ea typeface="Georgia"/>
                <a:cs typeface="Georgia"/>
                <a:sym typeface="Georgia"/>
              </a:rPr>
              <a:t>The question is, how did we get into this situation? The term “Silo” in DevOps hits me hard, as I see that the Data Team is the biggest silo in the entire Organisation and Value chain.</a:t>
            </a:r>
            <a:endParaRPr sz="1600">
              <a:solidFill>
                <a:srgbClr val="292929"/>
              </a:solidFill>
              <a:highlight>
                <a:srgbClr val="FFFFFF"/>
              </a:highlight>
              <a:latin typeface="Georgia"/>
              <a:ea typeface="Georgia"/>
              <a:cs typeface="Georgia"/>
              <a:sym typeface="Georgia"/>
            </a:endParaRPr>
          </a:p>
          <a:p>
            <a:pPr indent="0" lvl="0" marL="0" rtl="0" algn="l">
              <a:lnSpc>
                <a:spcPct val="218181"/>
              </a:lnSpc>
              <a:spcBef>
                <a:spcPts val="3200"/>
              </a:spcBef>
              <a:spcAft>
                <a:spcPts val="0"/>
              </a:spcAft>
              <a:buClr>
                <a:schemeClr val="dk1"/>
              </a:buClr>
              <a:buSzPts val="1100"/>
              <a:buFont typeface="Arial"/>
              <a:buNone/>
            </a:pPr>
            <a:r>
              <a:rPr b="1" lang="en-US" sz="1600">
                <a:solidFill>
                  <a:srgbClr val="292929"/>
                </a:solidFill>
                <a:highlight>
                  <a:srgbClr val="FFFFFF"/>
                </a:highlight>
                <a:latin typeface="Georgia"/>
                <a:ea typeface="Georgia"/>
                <a:cs typeface="Georgia"/>
                <a:sym typeface="Georgia"/>
              </a:rPr>
              <a:t>The problem, is it Data, the Data People or both?</a:t>
            </a:r>
            <a:endParaRPr b="1" sz="1600">
              <a:solidFill>
                <a:srgbClr val="292929"/>
              </a:solidFill>
              <a:highlight>
                <a:srgbClr val="FFFFFF"/>
              </a:highlight>
              <a:latin typeface="Georgia"/>
              <a:ea typeface="Georgia"/>
              <a:cs typeface="Georgia"/>
              <a:sym typeface="Georgia"/>
            </a:endParaRPr>
          </a:p>
          <a:p>
            <a:pPr indent="0" lvl="0" marL="0" rtl="0" algn="l">
              <a:lnSpc>
                <a:spcPct val="218181"/>
              </a:lnSpc>
              <a:spcBef>
                <a:spcPts val="3200"/>
              </a:spcBef>
              <a:spcAft>
                <a:spcPts val="0"/>
              </a:spcAft>
              <a:buClr>
                <a:schemeClr val="dk1"/>
              </a:buClr>
              <a:buSzPts val="1100"/>
              <a:buFont typeface="Arial"/>
              <a:buNone/>
            </a:pPr>
            <a:r>
              <a:rPr lang="en-US" sz="1600">
                <a:solidFill>
                  <a:srgbClr val="292929"/>
                </a:solidFill>
                <a:highlight>
                  <a:srgbClr val="FFFFFF"/>
                </a:highlight>
                <a:latin typeface="Georgia"/>
                <a:ea typeface="Georgia"/>
                <a:cs typeface="Georgia"/>
                <a:sym typeface="Georgia"/>
              </a:rPr>
              <a:t>In typical Object-Oriented programming style, I see that the “Enterprise Data team” inherits a lot from their predecessors. They inherit the process, standards, procedures, planning, execution, operations and management. The challenge is recognising and accepting the opportunity to improve, modernise, and simplify. i.e. apply lean principles. And they were making things developer-friendly to be the most significant barrier. Sometimes it is a mix of emotions for me — anger, sadness and pity.</a:t>
            </a:r>
            <a:endParaRPr sz="1600">
              <a:solidFill>
                <a:srgbClr val="292929"/>
              </a:solidFill>
              <a:highlight>
                <a:srgbClr val="FFFFFF"/>
              </a:highlight>
              <a:latin typeface="Georgia"/>
              <a:ea typeface="Georgia"/>
              <a:cs typeface="Georgia"/>
              <a:sym typeface="Georgia"/>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905fd1bd5a_0_383:notes"/>
          <p:cNvSpPr/>
          <p:nvPr>
            <p:ph idx="2" type="sldImg"/>
          </p:nvPr>
        </p:nvSpPr>
        <p:spPr>
          <a:xfrm>
            <a:off x="457200" y="709613"/>
            <a:ext cx="6156300" cy="3465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g905fd1bd5a_0_383:notes"/>
          <p:cNvSpPr txBox="1"/>
          <p:nvPr>
            <p:ph idx="1" type="body"/>
          </p:nvPr>
        </p:nvSpPr>
        <p:spPr>
          <a:xfrm>
            <a:off x="903289" y="4411664"/>
            <a:ext cx="5189400" cy="4175100"/>
          </a:xfrm>
          <a:prstGeom prst="rect">
            <a:avLst/>
          </a:prstGeom>
          <a:noFill/>
          <a:ln>
            <a:noFill/>
          </a:ln>
        </p:spPr>
        <p:txBody>
          <a:bodyPr anchorCtr="0" anchor="t" bIns="45700" lIns="91425" spcFirstLastPara="1" rIns="91425" wrap="square" tIns="45700">
            <a:noAutofit/>
          </a:bodyPr>
          <a:lstStyle/>
          <a:p>
            <a:pPr indent="0" lvl="0" marL="0" rtl="0" algn="l">
              <a:lnSpc>
                <a:spcPct val="218181"/>
              </a:lnSpc>
              <a:spcBef>
                <a:spcPts val="3200"/>
              </a:spcBef>
              <a:spcAft>
                <a:spcPts val="0"/>
              </a:spcAft>
              <a:buClr>
                <a:schemeClr val="dk1"/>
              </a:buClr>
              <a:buSzPts val="1100"/>
              <a:buFont typeface="Arial"/>
              <a:buNone/>
            </a:pPr>
            <a:r>
              <a:rPr lang="en-US" sz="1600">
                <a:solidFill>
                  <a:srgbClr val="292929"/>
                </a:solidFill>
                <a:highlight>
                  <a:srgbClr val="FFFFFF"/>
                </a:highlight>
                <a:latin typeface="Georgia"/>
                <a:ea typeface="Georgia"/>
                <a:cs typeface="Georgia"/>
                <a:sym typeface="Georgia"/>
              </a:rPr>
              <a:t>If improving our daily work and the way we work is more important than the work itself, why we could not help them &amp; take them along this DevOps journey?</a:t>
            </a:r>
            <a:endParaRPr sz="1600">
              <a:solidFill>
                <a:srgbClr val="292929"/>
              </a:solidFill>
              <a:highlight>
                <a:srgbClr val="FFFFFF"/>
              </a:highlight>
              <a:latin typeface="Georgia"/>
              <a:ea typeface="Georgia"/>
              <a:cs typeface="Georgia"/>
              <a:sym typeface="Georgia"/>
            </a:endParaRPr>
          </a:p>
          <a:p>
            <a:pPr indent="0" lvl="0" marL="0" rtl="0" algn="l">
              <a:lnSpc>
                <a:spcPct val="218181"/>
              </a:lnSpc>
              <a:spcBef>
                <a:spcPts val="3200"/>
              </a:spcBef>
              <a:spcAft>
                <a:spcPts val="0"/>
              </a:spcAft>
              <a:buClr>
                <a:schemeClr val="dk1"/>
              </a:buClr>
              <a:buSzPts val="1100"/>
              <a:buFont typeface="Arial"/>
              <a:buNone/>
            </a:pPr>
            <a:r>
              <a:rPr b="1" lang="en-US" sz="1600">
                <a:solidFill>
                  <a:srgbClr val="292929"/>
                </a:solidFill>
                <a:highlight>
                  <a:srgbClr val="FFFFFF"/>
                </a:highlight>
                <a:latin typeface="Georgia"/>
                <a:ea typeface="Georgia"/>
                <a:cs typeface="Georgia"/>
                <a:sym typeface="Georgia"/>
              </a:rPr>
              <a:t>We are responsible for our System Complexity</a:t>
            </a:r>
            <a:endParaRPr b="1" sz="1600">
              <a:solidFill>
                <a:srgbClr val="292929"/>
              </a:solidFill>
              <a:highlight>
                <a:srgbClr val="FFFFFF"/>
              </a:highlight>
              <a:latin typeface="Georgia"/>
              <a:ea typeface="Georgia"/>
              <a:cs typeface="Georgia"/>
              <a:sym typeface="Georgia"/>
            </a:endParaRPr>
          </a:p>
          <a:p>
            <a:pPr indent="0" lvl="0" marL="0" rtl="0" algn="l">
              <a:lnSpc>
                <a:spcPct val="218181"/>
              </a:lnSpc>
              <a:spcBef>
                <a:spcPts val="3200"/>
              </a:spcBef>
              <a:spcAft>
                <a:spcPts val="0"/>
              </a:spcAft>
              <a:buClr>
                <a:schemeClr val="dk1"/>
              </a:buClr>
              <a:buSzPts val="1100"/>
              <a:buFont typeface="Arial"/>
              <a:buNone/>
            </a:pPr>
            <a:r>
              <a:rPr lang="en-US" sz="1600">
                <a:solidFill>
                  <a:srgbClr val="292929"/>
                </a:solidFill>
                <a:highlight>
                  <a:srgbClr val="FFFFFF"/>
                </a:highlight>
                <a:latin typeface="Georgia"/>
                <a:ea typeface="Georgia"/>
                <a:cs typeface="Georgia"/>
                <a:sym typeface="Georgia"/>
              </a:rPr>
              <a:t>IMHO — The root of the problem for most organisations is:</a:t>
            </a:r>
            <a:endParaRPr sz="1600">
              <a:solidFill>
                <a:srgbClr val="292929"/>
              </a:solidFill>
              <a:highlight>
                <a:srgbClr val="FFFFFF"/>
              </a:highlight>
              <a:latin typeface="Georgia"/>
              <a:ea typeface="Georgia"/>
              <a:cs typeface="Georgia"/>
              <a:sym typeface="Georgia"/>
            </a:endParaRPr>
          </a:p>
          <a:p>
            <a:pPr indent="-330200" lvl="0" marL="749300" rtl="0" algn="l">
              <a:lnSpc>
                <a:spcPct val="218181"/>
              </a:lnSpc>
              <a:spcBef>
                <a:spcPts val="3200"/>
              </a:spcBef>
              <a:spcAft>
                <a:spcPts val="0"/>
              </a:spcAft>
              <a:buClr>
                <a:srgbClr val="292929"/>
              </a:buClr>
              <a:buSzPts val="1600"/>
              <a:buFont typeface="Georgia"/>
              <a:buAutoNum type="arabicPeriod"/>
            </a:pPr>
            <a:r>
              <a:rPr lang="en-US" sz="1600">
                <a:solidFill>
                  <a:srgbClr val="292929"/>
                </a:solidFill>
                <a:highlight>
                  <a:srgbClr val="FFFFFF"/>
                </a:highlight>
                <a:latin typeface="Georgia"/>
                <a:ea typeface="Georgia"/>
                <a:cs typeface="Georgia"/>
                <a:sym typeface="Georgia"/>
              </a:rPr>
              <a:t>How do we think about data? Application, Operational, Analytical, Intelligence. This includes data from apps, log files, monitoring, performance, core systems, lake, files, message hubs.</a:t>
            </a:r>
            <a:endParaRPr sz="1600">
              <a:solidFill>
                <a:srgbClr val="292929"/>
              </a:solidFill>
              <a:highlight>
                <a:srgbClr val="FFFFFF"/>
              </a:highlight>
              <a:latin typeface="Georgia"/>
              <a:ea typeface="Georgia"/>
              <a:cs typeface="Georgia"/>
              <a:sym typeface="Georgia"/>
            </a:endParaRPr>
          </a:p>
          <a:p>
            <a:pPr indent="-330200" lvl="0" marL="749300" rtl="0" algn="l">
              <a:lnSpc>
                <a:spcPct val="218181"/>
              </a:lnSpc>
              <a:spcBef>
                <a:spcPts val="0"/>
              </a:spcBef>
              <a:spcAft>
                <a:spcPts val="0"/>
              </a:spcAft>
              <a:buClr>
                <a:srgbClr val="292929"/>
              </a:buClr>
              <a:buSzPts val="1600"/>
              <a:buFont typeface="Georgia"/>
              <a:buAutoNum type="arabicPeriod"/>
            </a:pPr>
            <a:r>
              <a:rPr lang="en-US" sz="1600">
                <a:solidFill>
                  <a:srgbClr val="292929"/>
                </a:solidFill>
                <a:highlight>
                  <a:srgbClr val="FFFFFF"/>
                </a:highlight>
                <a:latin typeface="Georgia"/>
                <a:ea typeface="Georgia"/>
                <a:cs typeface="Georgia"/>
                <a:sym typeface="Georgia"/>
              </a:rPr>
              <a:t>Struggling to understand the reality of </a:t>
            </a:r>
            <a:r>
              <a:rPr lang="en-US" sz="1600">
                <a:solidFill>
                  <a:srgbClr val="292929"/>
                </a:solidFill>
                <a:highlight>
                  <a:srgbClr val="FFFFFF"/>
                </a:highlight>
                <a:latin typeface="Georgia"/>
                <a:ea typeface="Georgia"/>
                <a:cs typeface="Georgia"/>
                <a:sym typeface="Georgia"/>
              </a:rPr>
              <a:t>Real Time</a:t>
            </a:r>
            <a:r>
              <a:rPr lang="en-US" sz="1600">
                <a:solidFill>
                  <a:srgbClr val="292929"/>
                </a:solidFill>
                <a:highlight>
                  <a:srgbClr val="FFFFFF"/>
                </a:highlight>
                <a:latin typeface="Georgia"/>
                <a:ea typeface="Georgia"/>
                <a:cs typeface="Georgia"/>
                <a:sym typeface="Georgia"/>
              </a:rPr>
              <a:t> vs Batch? and Impact of that in our business decisions</a:t>
            </a:r>
            <a:endParaRPr sz="1600">
              <a:solidFill>
                <a:srgbClr val="292929"/>
              </a:solidFill>
              <a:highlight>
                <a:srgbClr val="FFFFFF"/>
              </a:highlight>
              <a:latin typeface="Georgia"/>
              <a:ea typeface="Georgia"/>
              <a:cs typeface="Georgia"/>
              <a:sym typeface="Georgia"/>
            </a:endParaRPr>
          </a:p>
          <a:p>
            <a:pPr indent="-330200" lvl="0" marL="749300" rtl="0" algn="l">
              <a:lnSpc>
                <a:spcPct val="218181"/>
              </a:lnSpc>
              <a:spcBef>
                <a:spcPts val="0"/>
              </a:spcBef>
              <a:spcAft>
                <a:spcPts val="0"/>
              </a:spcAft>
              <a:buClr>
                <a:srgbClr val="292929"/>
              </a:buClr>
              <a:buSzPts val="1600"/>
              <a:buFont typeface="Georgia"/>
              <a:buAutoNum type="arabicPeriod"/>
            </a:pPr>
            <a:r>
              <a:rPr lang="en-US" sz="1600">
                <a:solidFill>
                  <a:srgbClr val="292929"/>
                </a:solidFill>
                <a:highlight>
                  <a:srgbClr val="FFFFFF"/>
                </a:highlight>
                <a:latin typeface="Georgia"/>
                <a:ea typeface="Georgia"/>
                <a:cs typeface="Georgia"/>
                <a:sym typeface="Georgia"/>
              </a:rPr>
              <a:t>Data in Business Events and the flow of that event data within Enterprise between different systems? How we move the data within the Enterprise between different producers &amp; consumers?</a:t>
            </a:r>
            <a:endParaRPr sz="1600">
              <a:solidFill>
                <a:srgbClr val="292929"/>
              </a:solidFill>
              <a:highlight>
                <a:srgbClr val="FFFFFF"/>
              </a:highlight>
              <a:latin typeface="Georgia"/>
              <a:ea typeface="Georgia"/>
              <a:cs typeface="Georgia"/>
              <a:sym typeface="Georgia"/>
            </a:endParaRPr>
          </a:p>
          <a:p>
            <a:pPr indent="-330200" lvl="0" marL="749300" rtl="0" algn="l">
              <a:lnSpc>
                <a:spcPct val="218181"/>
              </a:lnSpc>
              <a:spcBef>
                <a:spcPts val="0"/>
              </a:spcBef>
              <a:spcAft>
                <a:spcPts val="0"/>
              </a:spcAft>
              <a:buClr>
                <a:srgbClr val="292929"/>
              </a:buClr>
              <a:buSzPts val="1600"/>
              <a:buFont typeface="Georgia"/>
              <a:buAutoNum type="arabicPeriod"/>
            </a:pPr>
            <a:r>
              <a:rPr lang="en-US" sz="1600">
                <a:solidFill>
                  <a:srgbClr val="292929"/>
                </a:solidFill>
                <a:highlight>
                  <a:srgbClr val="FFFFFF"/>
                </a:highlight>
                <a:latin typeface="Georgia"/>
                <a:ea typeface="Georgia"/>
                <a:cs typeface="Georgia"/>
                <a:sym typeface="Georgia"/>
              </a:rPr>
              <a:t>How to “Unlock” the data and make it available for right users, right use cases</a:t>
            </a:r>
            <a:endParaRPr sz="1600">
              <a:solidFill>
                <a:srgbClr val="292929"/>
              </a:solidFill>
              <a:highlight>
                <a:srgbClr val="FFFFFF"/>
              </a:highlight>
              <a:latin typeface="Georgia"/>
              <a:ea typeface="Georgia"/>
              <a:cs typeface="Georgia"/>
              <a:sym typeface="Georgia"/>
            </a:endParaRPr>
          </a:p>
          <a:p>
            <a:pPr indent="-330200" lvl="0" marL="749300" rtl="0" algn="l">
              <a:lnSpc>
                <a:spcPct val="218181"/>
              </a:lnSpc>
              <a:spcBef>
                <a:spcPts val="0"/>
              </a:spcBef>
              <a:spcAft>
                <a:spcPts val="0"/>
              </a:spcAft>
              <a:buClr>
                <a:srgbClr val="292929"/>
              </a:buClr>
              <a:buSzPts val="1600"/>
              <a:buFont typeface="Georgia"/>
              <a:buAutoNum type="arabicPeriod"/>
            </a:pPr>
            <a:r>
              <a:rPr lang="en-US" sz="1600">
                <a:solidFill>
                  <a:srgbClr val="292929"/>
                </a:solidFill>
                <a:highlight>
                  <a:srgbClr val="FFFFFF"/>
                </a:highlight>
                <a:latin typeface="Georgia"/>
                <a:ea typeface="Georgia"/>
                <a:cs typeface="Georgia"/>
                <a:sym typeface="Georgia"/>
              </a:rPr>
              <a:t>Data Constraints that we live with due to tools, process and practices</a:t>
            </a:r>
            <a:endParaRPr sz="1600">
              <a:solidFill>
                <a:srgbClr val="292929"/>
              </a:solidFill>
              <a:highlight>
                <a:srgbClr val="FFFFFF"/>
              </a:highlight>
              <a:latin typeface="Georgia"/>
              <a:ea typeface="Georgia"/>
              <a:cs typeface="Georgia"/>
              <a:sym typeface="Georgia"/>
            </a:endParaRPr>
          </a:p>
          <a:p>
            <a:pPr indent="0" lvl="0" marL="0" rtl="0" algn="l">
              <a:lnSpc>
                <a:spcPct val="218181"/>
              </a:lnSpc>
              <a:spcBef>
                <a:spcPts val="3200"/>
              </a:spcBef>
              <a:spcAft>
                <a:spcPts val="0"/>
              </a:spcAft>
              <a:buClr>
                <a:schemeClr val="dk1"/>
              </a:buClr>
              <a:buSzPts val="1100"/>
              <a:buFont typeface="Arial"/>
              <a:buNone/>
            </a:pPr>
            <a:r>
              <a:rPr lang="en-US" sz="1600">
                <a:solidFill>
                  <a:srgbClr val="292929"/>
                </a:solidFill>
                <a:highlight>
                  <a:srgbClr val="FFFFFF"/>
                </a:highlight>
                <a:latin typeface="Georgia"/>
                <a:ea typeface="Georgia"/>
                <a:cs typeface="Georgia"/>
                <a:sym typeface="Georgia"/>
              </a:rPr>
              <a:t>Let us honestly answer these following questions? My list is long, but let us start with this:</a:t>
            </a:r>
            <a:endParaRPr sz="1600">
              <a:solidFill>
                <a:srgbClr val="292929"/>
              </a:solidFill>
              <a:highlight>
                <a:srgbClr val="FFFFFF"/>
              </a:highlight>
              <a:latin typeface="Georgia"/>
              <a:ea typeface="Georgia"/>
              <a:cs typeface="Georgia"/>
              <a:sym typeface="Georgia"/>
            </a:endParaRPr>
          </a:p>
          <a:p>
            <a:pPr indent="-330200" lvl="0" marL="749300" rtl="0" algn="l">
              <a:lnSpc>
                <a:spcPct val="218181"/>
              </a:lnSpc>
              <a:spcBef>
                <a:spcPts val="3200"/>
              </a:spcBef>
              <a:spcAft>
                <a:spcPts val="0"/>
              </a:spcAft>
              <a:buClr>
                <a:srgbClr val="292929"/>
              </a:buClr>
              <a:buSzPts val="1600"/>
              <a:buFont typeface="Georgia"/>
              <a:buAutoNum type="arabicPeriod"/>
            </a:pPr>
            <a:r>
              <a:rPr lang="en-US" sz="1600">
                <a:solidFill>
                  <a:srgbClr val="292929"/>
                </a:solidFill>
                <a:highlight>
                  <a:srgbClr val="FFFFFF"/>
                </a:highlight>
                <a:latin typeface="Georgia"/>
                <a:ea typeface="Georgia"/>
                <a:cs typeface="Georgia"/>
                <a:sym typeface="Georgia"/>
              </a:rPr>
              <a:t>How many of us know how many ETL jobs exist in our Enterprise? How many of them are still active?</a:t>
            </a:r>
            <a:endParaRPr sz="1600">
              <a:solidFill>
                <a:srgbClr val="292929"/>
              </a:solidFill>
              <a:highlight>
                <a:srgbClr val="FFFFFF"/>
              </a:highlight>
              <a:latin typeface="Georgia"/>
              <a:ea typeface="Georgia"/>
              <a:cs typeface="Georgia"/>
              <a:sym typeface="Georgia"/>
            </a:endParaRPr>
          </a:p>
          <a:p>
            <a:pPr indent="-330200" lvl="0" marL="749300" rtl="0" algn="l">
              <a:lnSpc>
                <a:spcPct val="218181"/>
              </a:lnSpc>
              <a:spcBef>
                <a:spcPts val="0"/>
              </a:spcBef>
              <a:spcAft>
                <a:spcPts val="0"/>
              </a:spcAft>
              <a:buClr>
                <a:srgbClr val="292929"/>
              </a:buClr>
              <a:buSzPts val="1600"/>
              <a:buFont typeface="Georgia"/>
              <a:buAutoNum type="arabicPeriod"/>
            </a:pPr>
            <a:r>
              <a:rPr lang="en-US" sz="1600">
                <a:solidFill>
                  <a:srgbClr val="292929"/>
                </a:solidFill>
                <a:highlight>
                  <a:srgbClr val="FFFFFF"/>
                </a:highlight>
                <a:latin typeface="Georgia"/>
                <a:ea typeface="Georgia"/>
                <a:cs typeface="Georgia"/>
                <a:sym typeface="Georgia"/>
              </a:rPr>
              <a:t>For storing scripts, Do we trust “Shared Network” drive than a “Source Control” system?</a:t>
            </a:r>
            <a:endParaRPr sz="1600">
              <a:solidFill>
                <a:srgbClr val="292929"/>
              </a:solidFill>
              <a:highlight>
                <a:srgbClr val="FFFFFF"/>
              </a:highlight>
              <a:latin typeface="Georgia"/>
              <a:ea typeface="Georgia"/>
              <a:cs typeface="Georgia"/>
              <a:sym typeface="Georgia"/>
            </a:endParaRPr>
          </a:p>
          <a:p>
            <a:pPr indent="-330200" lvl="0" marL="749300" rtl="0" algn="l">
              <a:lnSpc>
                <a:spcPct val="218181"/>
              </a:lnSpc>
              <a:spcBef>
                <a:spcPts val="0"/>
              </a:spcBef>
              <a:spcAft>
                <a:spcPts val="0"/>
              </a:spcAft>
              <a:buClr>
                <a:srgbClr val="292929"/>
              </a:buClr>
              <a:buSzPts val="1600"/>
              <a:buFont typeface="Georgia"/>
              <a:buAutoNum type="arabicPeriod"/>
            </a:pPr>
            <a:r>
              <a:rPr lang="en-US" sz="1600">
                <a:solidFill>
                  <a:srgbClr val="292929"/>
                </a:solidFill>
                <a:highlight>
                  <a:srgbClr val="FFFFFF"/>
                </a:highlight>
                <a:latin typeface="Georgia"/>
                <a:ea typeface="Georgia"/>
                <a:cs typeface="Georgia"/>
                <a:sym typeface="Georgia"/>
              </a:rPr>
              <a:t>Do we believe that we are sourcing the Data only one time from the “Source” system/systems?</a:t>
            </a:r>
            <a:endParaRPr sz="1600">
              <a:solidFill>
                <a:srgbClr val="292929"/>
              </a:solidFill>
              <a:highlight>
                <a:srgbClr val="FFFFFF"/>
              </a:highlight>
              <a:latin typeface="Georgia"/>
              <a:ea typeface="Georgia"/>
              <a:cs typeface="Georgia"/>
              <a:sym typeface="Georgia"/>
            </a:endParaRPr>
          </a:p>
          <a:p>
            <a:pPr indent="-330200" lvl="0" marL="749300" rtl="0" algn="l">
              <a:lnSpc>
                <a:spcPct val="218181"/>
              </a:lnSpc>
              <a:spcBef>
                <a:spcPts val="0"/>
              </a:spcBef>
              <a:spcAft>
                <a:spcPts val="0"/>
              </a:spcAft>
              <a:buClr>
                <a:srgbClr val="292929"/>
              </a:buClr>
              <a:buSzPts val="1600"/>
              <a:buFont typeface="Georgia"/>
              <a:buAutoNum type="arabicPeriod"/>
            </a:pPr>
            <a:r>
              <a:rPr lang="en-US" sz="1600">
                <a:solidFill>
                  <a:srgbClr val="292929"/>
                </a:solidFill>
                <a:highlight>
                  <a:srgbClr val="FFFFFF"/>
                </a:highlight>
                <a:latin typeface="Georgia"/>
                <a:ea typeface="Georgia"/>
                <a:cs typeface="Georgia"/>
                <a:sym typeface="Georgia"/>
              </a:rPr>
              <a:t>Do we have or provide clarity to our “Dev” community on Systems of Record vs Systems of Engagement?</a:t>
            </a:r>
            <a:endParaRPr sz="1600">
              <a:solidFill>
                <a:srgbClr val="292929"/>
              </a:solidFill>
              <a:highlight>
                <a:srgbClr val="FFFFFF"/>
              </a:highlight>
              <a:latin typeface="Georgia"/>
              <a:ea typeface="Georgia"/>
              <a:cs typeface="Georgia"/>
              <a:sym typeface="Georgia"/>
            </a:endParaRPr>
          </a:p>
          <a:p>
            <a:pPr indent="-330200" lvl="0" marL="457200" rtl="0" algn="l">
              <a:lnSpc>
                <a:spcPct val="218181"/>
              </a:lnSpc>
              <a:spcBef>
                <a:spcPts val="0"/>
              </a:spcBef>
              <a:spcAft>
                <a:spcPts val="0"/>
              </a:spcAft>
              <a:buClr>
                <a:srgbClr val="292929"/>
              </a:buClr>
              <a:buSzPts val="1600"/>
              <a:buFont typeface="Georgia"/>
              <a:buAutoNum type="arabicPeriod"/>
            </a:pPr>
            <a:r>
              <a:rPr lang="en-US" sz="1600">
                <a:solidFill>
                  <a:srgbClr val="292929"/>
                </a:solidFill>
                <a:highlight>
                  <a:srgbClr val="FFFFFF"/>
                </a:highlight>
                <a:latin typeface="Georgia"/>
                <a:ea typeface="Georgia"/>
                <a:cs typeface="Georgia"/>
                <a:sym typeface="Georgia"/>
              </a:rPr>
              <a:t>We believe that building massive databases even with modern “Enterprise-Grade Modern Database” tools, is the right thing to do.</a:t>
            </a:r>
            <a:endParaRPr sz="1600">
              <a:solidFill>
                <a:srgbClr val="292929"/>
              </a:solidFill>
              <a:highlight>
                <a:srgbClr val="FFFFFF"/>
              </a:highlight>
              <a:latin typeface="Georgia"/>
              <a:ea typeface="Georgia"/>
              <a:cs typeface="Georgia"/>
              <a:sym typeface="Georgia"/>
            </a:endParaRPr>
          </a:p>
          <a:p>
            <a:pPr indent="-330200" lvl="0" marL="457200" rtl="0" algn="l">
              <a:lnSpc>
                <a:spcPct val="218181"/>
              </a:lnSpc>
              <a:spcBef>
                <a:spcPts val="0"/>
              </a:spcBef>
              <a:spcAft>
                <a:spcPts val="0"/>
              </a:spcAft>
              <a:buClr>
                <a:srgbClr val="292929"/>
              </a:buClr>
              <a:buSzPts val="1600"/>
              <a:buFont typeface="Georgia"/>
              <a:buAutoNum type="arabicPeriod"/>
            </a:pPr>
            <a:r>
              <a:rPr lang="en-US" sz="1600">
                <a:solidFill>
                  <a:srgbClr val="292929"/>
                </a:solidFill>
                <a:highlight>
                  <a:srgbClr val="FFFFFF"/>
                </a:highlight>
                <a:latin typeface="Georgia"/>
                <a:ea typeface="Georgia"/>
                <a:cs typeface="Georgia"/>
                <a:sym typeface="Georgia"/>
              </a:rPr>
              <a:t>We believe that applying the same 30 years old naming conventions and standards to even modern databases, is the right thing to do.</a:t>
            </a:r>
            <a:endParaRPr sz="1600">
              <a:solidFill>
                <a:srgbClr val="292929"/>
              </a:solidFill>
              <a:highlight>
                <a:srgbClr val="FFFFFF"/>
              </a:highlight>
              <a:latin typeface="Georgia"/>
              <a:ea typeface="Georgia"/>
              <a:cs typeface="Georgia"/>
              <a:sym typeface="Georgia"/>
            </a:endParaRPr>
          </a:p>
          <a:p>
            <a:pPr indent="-330200" lvl="0" marL="457200" rtl="0" algn="l">
              <a:lnSpc>
                <a:spcPct val="218181"/>
              </a:lnSpc>
              <a:spcBef>
                <a:spcPts val="0"/>
              </a:spcBef>
              <a:spcAft>
                <a:spcPts val="0"/>
              </a:spcAft>
              <a:buClr>
                <a:srgbClr val="292929"/>
              </a:buClr>
              <a:buSzPts val="1600"/>
              <a:buFont typeface="Georgia"/>
              <a:buAutoNum type="arabicPeriod"/>
            </a:pPr>
            <a:r>
              <a:rPr lang="en-US" sz="1600">
                <a:solidFill>
                  <a:srgbClr val="292929"/>
                </a:solidFill>
                <a:highlight>
                  <a:srgbClr val="FFFFFF"/>
                </a:highlight>
                <a:latin typeface="Georgia"/>
                <a:ea typeface="Georgia"/>
                <a:cs typeface="Georgia"/>
                <a:sym typeface="Georgia"/>
              </a:rPr>
              <a:t>We believe that preventing the “data” access in Dev, Test from “Developers” and making them do TBD (Ticket Based Development) — is that right thing to do.</a:t>
            </a:r>
            <a:endParaRPr sz="1600">
              <a:solidFill>
                <a:srgbClr val="292929"/>
              </a:solidFill>
              <a:highlight>
                <a:srgbClr val="FFFFFF"/>
              </a:highlight>
              <a:latin typeface="Georgia"/>
              <a:ea typeface="Georgia"/>
              <a:cs typeface="Georgia"/>
              <a:sym typeface="Georgia"/>
            </a:endParaRPr>
          </a:p>
          <a:p>
            <a:pPr indent="-330200" lvl="0" marL="457200" rtl="0" algn="l">
              <a:lnSpc>
                <a:spcPct val="218181"/>
              </a:lnSpc>
              <a:spcBef>
                <a:spcPts val="0"/>
              </a:spcBef>
              <a:spcAft>
                <a:spcPts val="0"/>
              </a:spcAft>
              <a:buClr>
                <a:srgbClr val="292929"/>
              </a:buClr>
              <a:buSzPts val="1600"/>
              <a:buFont typeface="Georgia"/>
              <a:buAutoNum type="arabicPeriod"/>
            </a:pPr>
            <a:r>
              <a:rPr lang="en-US" sz="1600">
                <a:solidFill>
                  <a:srgbClr val="292929"/>
                </a:solidFill>
                <a:highlight>
                  <a:srgbClr val="FFFFFF"/>
                </a:highlight>
                <a:latin typeface="Georgia"/>
                <a:ea typeface="Georgia"/>
                <a:cs typeface="Georgia"/>
                <a:sym typeface="Georgia"/>
              </a:rPr>
              <a:t>We believe that not giving the “PROD” database “read” access to support folks and expect them to “Production Support” is that right thing to do.</a:t>
            </a:r>
            <a:endParaRPr sz="1600">
              <a:solidFill>
                <a:srgbClr val="292929"/>
              </a:solidFill>
              <a:highlight>
                <a:srgbClr val="FFFFFF"/>
              </a:highlight>
              <a:latin typeface="Georgia"/>
              <a:ea typeface="Georgia"/>
              <a:cs typeface="Georgia"/>
              <a:sym typeface="Georgia"/>
            </a:endParaRPr>
          </a:p>
          <a:p>
            <a:pPr indent="0" lvl="0" marL="0" rtl="0" algn="l">
              <a:lnSpc>
                <a:spcPct val="218181"/>
              </a:lnSpc>
              <a:spcBef>
                <a:spcPts val="1700"/>
              </a:spcBef>
              <a:spcAft>
                <a:spcPts val="0"/>
              </a:spcAft>
              <a:buNone/>
            </a:pPr>
            <a:r>
              <a:t/>
            </a:r>
            <a:endParaRPr sz="1600">
              <a:solidFill>
                <a:srgbClr val="292929"/>
              </a:solidFill>
              <a:highlight>
                <a:srgbClr val="FFFFFF"/>
              </a:highlight>
              <a:latin typeface="Georgia"/>
              <a:ea typeface="Georgia"/>
              <a:cs typeface="Georgia"/>
              <a:sym typeface="Georgia"/>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905fd1bd5a_0_401:notes"/>
          <p:cNvSpPr/>
          <p:nvPr>
            <p:ph idx="2" type="sldImg"/>
          </p:nvPr>
        </p:nvSpPr>
        <p:spPr>
          <a:xfrm>
            <a:off x="407988" y="696913"/>
            <a:ext cx="6194400" cy="34863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905fd1bd5a_0_401:notes"/>
          <p:cNvSpPr txBox="1"/>
          <p:nvPr>
            <p:ph idx="1" type="body"/>
          </p:nvPr>
        </p:nvSpPr>
        <p:spPr>
          <a:xfrm>
            <a:off x="700413" y="4415133"/>
            <a:ext cx="5609700" cy="4183800"/>
          </a:xfrm>
          <a:prstGeom prst="rect">
            <a:avLst/>
          </a:prstGeom>
        </p:spPr>
        <p:txBody>
          <a:bodyPr anchorCtr="0" anchor="t" bIns="45700" lIns="91425" spcFirstLastPara="1" rIns="91425" wrap="square" tIns="45700">
            <a:noAutofit/>
          </a:bodyPr>
          <a:lstStyle/>
          <a:p>
            <a:pPr indent="0" lvl="0" marL="0" rtl="0" algn="l">
              <a:lnSpc>
                <a:spcPct val="218181"/>
              </a:lnSpc>
              <a:spcBef>
                <a:spcPts val="3200"/>
              </a:spcBef>
              <a:spcAft>
                <a:spcPts val="0"/>
              </a:spcAft>
              <a:buClr>
                <a:schemeClr val="dk1"/>
              </a:buClr>
              <a:buSzPts val="1100"/>
              <a:buFont typeface="Arial"/>
              <a:buNone/>
            </a:pPr>
            <a:r>
              <a:rPr i="1" lang="en-US" sz="1600">
                <a:solidFill>
                  <a:srgbClr val="292929"/>
                </a:solidFill>
                <a:highlight>
                  <a:srgbClr val="FFFFFF"/>
                </a:highlight>
                <a:latin typeface="Georgia"/>
                <a:ea typeface="Georgia"/>
                <a:cs typeface="Georgia"/>
                <a:sym typeface="Georgia"/>
              </a:rPr>
              <a:t>Our System Complexities are because of our thinking, thinking particularly about the “Data”. We tend to compromise a lot as we could not get the “Data” in the right way, at the right time, in the proper format.</a:t>
            </a:r>
            <a:endParaRPr i="1" sz="1600">
              <a:solidFill>
                <a:srgbClr val="292929"/>
              </a:solidFill>
              <a:highlight>
                <a:srgbClr val="FFFFFF"/>
              </a:highlight>
              <a:latin typeface="Georgia"/>
              <a:ea typeface="Georgia"/>
              <a:cs typeface="Georgia"/>
              <a:sym typeface="Georgia"/>
            </a:endParaRPr>
          </a:p>
          <a:p>
            <a:pPr indent="0" lvl="0" marL="0" rtl="0" algn="l">
              <a:lnSpc>
                <a:spcPct val="218181"/>
              </a:lnSpc>
              <a:spcBef>
                <a:spcPts val="3200"/>
              </a:spcBef>
              <a:spcAft>
                <a:spcPts val="0"/>
              </a:spcAft>
              <a:buClr>
                <a:schemeClr val="dk1"/>
              </a:buClr>
              <a:buSzPts val="1100"/>
              <a:buFont typeface="Arial"/>
              <a:buNone/>
            </a:pPr>
            <a:r>
              <a:rPr lang="en-US" sz="1600">
                <a:solidFill>
                  <a:srgbClr val="292929"/>
                </a:solidFill>
                <a:highlight>
                  <a:srgbClr val="FFFFFF"/>
                </a:highlight>
                <a:latin typeface="Georgia"/>
                <a:ea typeface="Georgia"/>
                <a:cs typeface="Georgia"/>
                <a:sym typeface="Georgia"/>
              </a:rPr>
              <a:t>Sometimes these constraints, we impose on ourselves — classic example due to Data Governance, Data Security, Data Normalization, Data Centralization.</a:t>
            </a:r>
            <a:endParaRPr sz="1600">
              <a:solidFill>
                <a:srgbClr val="292929"/>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a:p>
        </p:txBody>
      </p:sp>
      <p:sp>
        <p:nvSpPr>
          <p:cNvPr id="193" name="Google Shape;193;g905fd1bd5a_0_401:notes"/>
          <p:cNvSpPr txBox="1"/>
          <p:nvPr>
            <p:ph idx="12" type="sldNum"/>
          </p:nvPr>
        </p:nvSpPr>
        <p:spPr>
          <a:xfrm>
            <a:off x="3970576" y="8830268"/>
            <a:ext cx="3038400" cy="46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905fd1bd5a_0_413:notes"/>
          <p:cNvSpPr/>
          <p:nvPr>
            <p:ph idx="2" type="sldImg"/>
          </p:nvPr>
        </p:nvSpPr>
        <p:spPr>
          <a:xfrm>
            <a:off x="407988" y="696913"/>
            <a:ext cx="6194400" cy="34863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905fd1bd5a_0_413:notes"/>
          <p:cNvSpPr txBox="1"/>
          <p:nvPr>
            <p:ph idx="1" type="body"/>
          </p:nvPr>
        </p:nvSpPr>
        <p:spPr>
          <a:xfrm>
            <a:off x="700413" y="4415133"/>
            <a:ext cx="5609700" cy="4183800"/>
          </a:xfrm>
          <a:prstGeom prst="rect">
            <a:avLst/>
          </a:prstGeom>
        </p:spPr>
        <p:txBody>
          <a:bodyPr anchorCtr="0" anchor="t" bIns="45700" lIns="91425" spcFirstLastPara="1" rIns="91425" wrap="square" tIns="45700">
            <a:noAutofit/>
          </a:bodyPr>
          <a:lstStyle/>
          <a:p>
            <a:pPr indent="0" lvl="0" marL="0" rtl="0" algn="l">
              <a:lnSpc>
                <a:spcPct val="218181"/>
              </a:lnSpc>
              <a:spcBef>
                <a:spcPts val="3200"/>
              </a:spcBef>
              <a:spcAft>
                <a:spcPts val="0"/>
              </a:spcAft>
              <a:buNone/>
            </a:pPr>
            <a:r>
              <a:rPr i="1" lang="en-US" sz="1600">
                <a:solidFill>
                  <a:srgbClr val="292929"/>
                </a:solidFill>
                <a:highlight>
                  <a:srgbClr val="FFFFFF"/>
                </a:highlight>
                <a:latin typeface="Georgia"/>
                <a:ea typeface="Georgia"/>
                <a:cs typeface="Georgia"/>
                <a:sym typeface="Georgia"/>
              </a:rPr>
              <a:t>Our System Complexities are because of our thinking, thinking particularly about the “Data”. We tend to compromise a lot as we could not get the “Data” in the right way, at the right time, in the proper format.</a:t>
            </a:r>
            <a:endParaRPr i="1" sz="1600">
              <a:solidFill>
                <a:srgbClr val="292929"/>
              </a:solidFill>
              <a:highlight>
                <a:srgbClr val="FFFFFF"/>
              </a:highlight>
              <a:latin typeface="Georgia"/>
              <a:ea typeface="Georgia"/>
              <a:cs typeface="Georgia"/>
              <a:sym typeface="Georgia"/>
            </a:endParaRPr>
          </a:p>
          <a:p>
            <a:pPr indent="0" lvl="0" marL="0" rtl="0" algn="l">
              <a:lnSpc>
                <a:spcPct val="218181"/>
              </a:lnSpc>
              <a:spcBef>
                <a:spcPts val="3200"/>
              </a:spcBef>
              <a:spcAft>
                <a:spcPts val="0"/>
              </a:spcAft>
              <a:buNone/>
            </a:pPr>
            <a:r>
              <a:rPr lang="en-US" sz="1600">
                <a:solidFill>
                  <a:srgbClr val="292929"/>
                </a:solidFill>
                <a:highlight>
                  <a:srgbClr val="FFFFFF"/>
                </a:highlight>
                <a:latin typeface="Georgia"/>
                <a:ea typeface="Georgia"/>
                <a:cs typeface="Georgia"/>
                <a:sym typeface="Georgia"/>
              </a:rPr>
              <a:t>Sometimes these constraints, we impose on ourselves — classic example due to Data Governance, Data Security, Data Normalization, Data Centralization.</a:t>
            </a:r>
            <a:endParaRPr sz="1600">
              <a:solidFill>
                <a:srgbClr val="292929"/>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a:p>
        </p:txBody>
      </p:sp>
      <p:sp>
        <p:nvSpPr>
          <p:cNvPr id="202" name="Google Shape;202;g905fd1bd5a_0_413:notes"/>
          <p:cNvSpPr txBox="1"/>
          <p:nvPr>
            <p:ph idx="12" type="sldNum"/>
          </p:nvPr>
        </p:nvSpPr>
        <p:spPr>
          <a:xfrm>
            <a:off x="3970576" y="8830268"/>
            <a:ext cx="3038400" cy="46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905fd1bd5a_0_184:notes"/>
          <p:cNvSpPr txBox="1"/>
          <p:nvPr>
            <p:ph idx="12" type="sldNum"/>
          </p:nvPr>
        </p:nvSpPr>
        <p:spPr>
          <a:xfrm>
            <a:off x="3970576" y="8830268"/>
            <a:ext cx="3038400" cy="464400"/>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SzPts val="1400"/>
              <a:buNone/>
            </a:pPr>
            <a:fld id="{00000000-1234-1234-1234-123412341234}" type="slidenum">
              <a:rPr lang="en-US"/>
              <a:t>‹#›</a:t>
            </a:fld>
            <a:endParaRPr/>
          </a:p>
        </p:txBody>
      </p:sp>
      <p:sp>
        <p:nvSpPr>
          <p:cNvPr id="211" name="Google Shape;211;g905fd1bd5a_0_184:notes"/>
          <p:cNvSpPr/>
          <p:nvPr>
            <p:ph idx="2" type="sldImg"/>
          </p:nvPr>
        </p:nvSpPr>
        <p:spPr>
          <a:xfrm>
            <a:off x="407988" y="696913"/>
            <a:ext cx="61944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g905fd1bd5a_0_184:notes"/>
          <p:cNvSpPr txBox="1"/>
          <p:nvPr>
            <p:ph idx="1" type="body"/>
          </p:nvPr>
        </p:nvSpPr>
        <p:spPr>
          <a:xfrm>
            <a:off x="700413" y="4415133"/>
            <a:ext cx="5609700" cy="41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905fd1bd5a_0_442:notes"/>
          <p:cNvSpPr/>
          <p:nvPr>
            <p:ph idx="2" type="sldImg"/>
          </p:nvPr>
        </p:nvSpPr>
        <p:spPr>
          <a:xfrm>
            <a:off x="457200" y="709613"/>
            <a:ext cx="6156300" cy="3465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g905fd1bd5a_0_442:notes"/>
          <p:cNvSpPr txBox="1"/>
          <p:nvPr>
            <p:ph idx="1" type="body"/>
          </p:nvPr>
        </p:nvSpPr>
        <p:spPr>
          <a:xfrm>
            <a:off x="903289" y="4411664"/>
            <a:ext cx="5189400" cy="4175100"/>
          </a:xfrm>
          <a:prstGeom prst="rect">
            <a:avLst/>
          </a:prstGeom>
          <a:noFill/>
          <a:ln>
            <a:noFill/>
          </a:ln>
        </p:spPr>
        <p:txBody>
          <a:bodyPr anchorCtr="0" anchor="t" bIns="45700" lIns="91425" spcFirstLastPara="1" rIns="91425" wrap="square" tIns="45700">
            <a:noAutofit/>
          </a:bodyPr>
          <a:lstStyle/>
          <a:p>
            <a:pPr indent="0" lvl="0" marL="0" rtl="0" algn="l">
              <a:lnSpc>
                <a:spcPct val="218181"/>
              </a:lnSpc>
              <a:spcBef>
                <a:spcPts val="3200"/>
              </a:spcBef>
              <a:spcAft>
                <a:spcPts val="0"/>
              </a:spcAft>
              <a:buClr>
                <a:schemeClr val="dk1"/>
              </a:buClr>
              <a:buSzPts val="1100"/>
              <a:buFont typeface="Arial"/>
              <a:buNone/>
            </a:pPr>
            <a:r>
              <a:rPr b="1" lang="en-US" sz="1600">
                <a:solidFill>
                  <a:srgbClr val="292929"/>
                </a:solidFill>
                <a:highlight>
                  <a:srgbClr val="FFFFFF"/>
                </a:highlight>
                <a:latin typeface="Georgia"/>
                <a:ea typeface="Georgia"/>
                <a:cs typeface="Georgia"/>
                <a:sym typeface="Georgia"/>
              </a:rPr>
              <a:t>Breakthrough Challenges</a:t>
            </a:r>
            <a:endParaRPr b="1" sz="1600">
              <a:solidFill>
                <a:srgbClr val="292929"/>
              </a:solidFill>
              <a:highlight>
                <a:srgbClr val="FFFFFF"/>
              </a:highlight>
              <a:latin typeface="Georgia"/>
              <a:ea typeface="Georgia"/>
              <a:cs typeface="Georgia"/>
              <a:sym typeface="Georgia"/>
            </a:endParaRPr>
          </a:p>
          <a:p>
            <a:pPr indent="0" lvl="0" marL="0" rtl="0" algn="l">
              <a:lnSpc>
                <a:spcPct val="218181"/>
              </a:lnSpc>
              <a:spcBef>
                <a:spcPts val="3200"/>
              </a:spcBef>
              <a:spcAft>
                <a:spcPts val="0"/>
              </a:spcAft>
              <a:buClr>
                <a:schemeClr val="dk1"/>
              </a:buClr>
              <a:buSzPts val="1100"/>
              <a:buFont typeface="Arial"/>
              <a:buNone/>
            </a:pPr>
            <a:r>
              <a:rPr lang="en-US" sz="1600">
                <a:solidFill>
                  <a:srgbClr val="292929"/>
                </a:solidFill>
                <a:highlight>
                  <a:srgbClr val="FFFFFF"/>
                </a:highlight>
                <a:latin typeface="Georgia"/>
                <a:ea typeface="Georgia"/>
                <a:cs typeface="Georgia"/>
                <a:sym typeface="Georgia"/>
              </a:rPr>
              <a:t>It is not easy, but it is not impossible.</a:t>
            </a:r>
            <a:endParaRPr sz="1600">
              <a:solidFill>
                <a:srgbClr val="292929"/>
              </a:solidFill>
              <a:highlight>
                <a:srgbClr val="FFFFFF"/>
              </a:highlight>
              <a:latin typeface="Georgia"/>
              <a:ea typeface="Georgia"/>
              <a:cs typeface="Georgia"/>
              <a:sym typeface="Georgia"/>
            </a:endParaRPr>
          </a:p>
          <a:p>
            <a:pPr indent="0" lvl="0" marL="0" rtl="0" algn="l">
              <a:lnSpc>
                <a:spcPct val="218181"/>
              </a:lnSpc>
              <a:spcBef>
                <a:spcPts val="3200"/>
              </a:spcBef>
              <a:spcAft>
                <a:spcPts val="0"/>
              </a:spcAft>
              <a:buClr>
                <a:schemeClr val="dk1"/>
              </a:buClr>
              <a:buSzPts val="1100"/>
              <a:buFont typeface="Arial"/>
              <a:buNone/>
            </a:pPr>
            <a:r>
              <a:rPr lang="en-US" sz="1600">
                <a:solidFill>
                  <a:srgbClr val="292929"/>
                </a:solidFill>
                <a:highlight>
                  <a:srgbClr val="FFFFFF"/>
                </a:highlight>
                <a:latin typeface="Georgia"/>
                <a:ea typeface="Georgia"/>
                <a:cs typeface="Georgia"/>
                <a:sym typeface="Georgia"/>
              </a:rPr>
              <a:t>1) </a:t>
            </a:r>
            <a:r>
              <a:rPr b="1" lang="en-US" sz="1600">
                <a:solidFill>
                  <a:srgbClr val="292929"/>
                </a:solidFill>
                <a:highlight>
                  <a:srgbClr val="FFFFFF"/>
                </a:highlight>
                <a:latin typeface="Georgia"/>
                <a:ea typeface="Georgia"/>
                <a:cs typeface="Georgia"/>
                <a:sym typeface="Georgia"/>
              </a:rPr>
              <a:t>Naming Conventions</a:t>
            </a:r>
            <a:r>
              <a:rPr lang="en-US" sz="1600">
                <a:solidFill>
                  <a:srgbClr val="292929"/>
                </a:solidFill>
                <a:highlight>
                  <a:srgbClr val="FFFFFF"/>
                </a:highlight>
                <a:latin typeface="Georgia"/>
                <a:ea typeface="Georgia"/>
                <a:cs typeface="Georgia"/>
                <a:sym typeface="Georgia"/>
              </a:rPr>
              <a:t>: I would put this into our “Developer” productivity, the reason, having a meaningful data model, schema, table, column names are important for developers and Ops to do the right work. Instead of referring multiple documents for names, acronyms, we need better meaningful naming standards and conventions. It is “Freedom” from those constrained naming conventions of history. If you Enterprise has inherited old historical conventions of limited characters, it is now time to free them up. #DeveloperProductivity #DataArchitecture</a:t>
            </a:r>
            <a:endParaRPr sz="1600">
              <a:solidFill>
                <a:srgbClr val="292929"/>
              </a:solidFill>
              <a:highlight>
                <a:srgbClr val="FFFFFF"/>
              </a:highlight>
              <a:latin typeface="Georgia"/>
              <a:ea typeface="Georgia"/>
              <a:cs typeface="Georgia"/>
              <a:sym typeface="Georgia"/>
            </a:endParaRPr>
          </a:p>
          <a:p>
            <a:pPr indent="0" lvl="0" marL="0" rtl="0" algn="l">
              <a:lnSpc>
                <a:spcPct val="218181"/>
              </a:lnSpc>
              <a:spcBef>
                <a:spcPts val="3200"/>
              </a:spcBef>
              <a:spcAft>
                <a:spcPts val="0"/>
              </a:spcAft>
              <a:buClr>
                <a:schemeClr val="dk1"/>
              </a:buClr>
              <a:buSzPts val="1100"/>
              <a:buFont typeface="Arial"/>
              <a:buNone/>
            </a:pPr>
            <a:r>
              <a:rPr lang="en-US" sz="1600">
                <a:solidFill>
                  <a:srgbClr val="292929"/>
                </a:solidFill>
                <a:highlight>
                  <a:srgbClr val="FFFFFF"/>
                </a:highlight>
                <a:latin typeface="Georgia"/>
                <a:ea typeface="Georgia"/>
                <a:cs typeface="Georgia"/>
                <a:sym typeface="Georgia"/>
              </a:rPr>
              <a:t>2) </a:t>
            </a:r>
            <a:r>
              <a:rPr b="1" lang="en-US" sz="1600">
                <a:solidFill>
                  <a:srgbClr val="292929"/>
                </a:solidFill>
                <a:highlight>
                  <a:srgbClr val="FFFFFF"/>
                </a:highlight>
                <a:latin typeface="Georgia"/>
                <a:ea typeface="Georgia"/>
                <a:cs typeface="Georgia"/>
                <a:sym typeface="Georgia"/>
              </a:rPr>
              <a:t>Domain, Boundary, Schema</a:t>
            </a:r>
            <a:r>
              <a:rPr lang="en-US" sz="1600">
                <a:solidFill>
                  <a:srgbClr val="292929"/>
                </a:solidFill>
                <a:highlight>
                  <a:srgbClr val="FFFFFF"/>
                </a:highlight>
                <a:latin typeface="Georgia"/>
                <a:ea typeface="Georgia"/>
                <a:cs typeface="Georgia"/>
                <a:sym typeface="Georgia"/>
              </a:rPr>
              <a:t>: The DDD education is a fun exercise with Data &amp; Data modelling team. This is tough ask with our Data friends. Traditionally we have build monolith applications with monolith databases; In some cases, even our depended applications have/had database/schema level integrations. If we are breaking the monolith and taking the route of DDD, Bounded Context, then we need to move to the database/service boundary. Try this following with you Data Architecture, Data Modelling team:</a:t>
            </a:r>
            <a:endParaRPr sz="1600">
              <a:solidFill>
                <a:srgbClr val="292929"/>
              </a:solidFill>
              <a:highlight>
                <a:srgbClr val="FFFFFF"/>
              </a:highlight>
              <a:latin typeface="Georgia"/>
              <a:ea typeface="Georgia"/>
              <a:cs typeface="Georgia"/>
              <a:sym typeface="Georgia"/>
            </a:endParaRPr>
          </a:p>
          <a:p>
            <a:pPr indent="0" lvl="0" marL="0" rtl="0" algn="l">
              <a:lnSpc>
                <a:spcPct val="218181"/>
              </a:lnSpc>
              <a:spcBef>
                <a:spcPts val="3200"/>
              </a:spcBef>
              <a:spcAft>
                <a:spcPts val="0"/>
              </a:spcAft>
              <a:buClr>
                <a:schemeClr val="dk1"/>
              </a:buClr>
              <a:buSzPts val="1100"/>
              <a:buFont typeface="Arial"/>
              <a:buNone/>
            </a:pPr>
            <a:r>
              <a:rPr lang="en-US" sz="1600">
                <a:solidFill>
                  <a:srgbClr val="292929"/>
                </a:solidFill>
                <a:highlight>
                  <a:srgbClr val="FFFFFF"/>
                </a:highlight>
                <a:latin typeface="Georgia"/>
                <a:ea typeface="Georgia"/>
                <a:cs typeface="Georgia"/>
                <a:sym typeface="Georgia"/>
              </a:rPr>
              <a:t>a) Request for Database/Service Boundary (if this fails, try the next)</a:t>
            </a:r>
            <a:endParaRPr sz="1600">
              <a:solidFill>
                <a:srgbClr val="292929"/>
              </a:solidFill>
              <a:highlight>
                <a:srgbClr val="FFFFFF"/>
              </a:highlight>
              <a:latin typeface="Georgia"/>
              <a:ea typeface="Georgia"/>
              <a:cs typeface="Georgia"/>
              <a:sym typeface="Georgia"/>
            </a:endParaRPr>
          </a:p>
          <a:p>
            <a:pPr indent="0" lvl="0" marL="0" rtl="0" algn="l">
              <a:lnSpc>
                <a:spcPct val="218181"/>
              </a:lnSpc>
              <a:spcBef>
                <a:spcPts val="3200"/>
              </a:spcBef>
              <a:spcAft>
                <a:spcPts val="0"/>
              </a:spcAft>
              <a:buClr>
                <a:schemeClr val="dk1"/>
              </a:buClr>
              <a:buSzPts val="1100"/>
              <a:buFont typeface="Arial"/>
              <a:buNone/>
            </a:pPr>
            <a:r>
              <a:rPr lang="en-US" sz="1600">
                <a:solidFill>
                  <a:srgbClr val="292929"/>
                </a:solidFill>
                <a:highlight>
                  <a:srgbClr val="FFFFFF"/>
                </a:highlight>
                <a:latin typeface="Georgia"/>
                <a:ea typeface="Georgia"/>
                <a:cs typeface="Georgia"/>
                <a:sym typeface="Georgia"/>
              </a:rPr>
              <a:t>b) Request for Schema/Service Boundary</a:t>
            </a:r>
            <a:endParaRPr sz="1600">
              <a:solidFill>
                <a:srgbClr val="292929"/>
              </a:solidFill>
              <a:highlight>
                <a:srgbClr val="FFFFFF"/>
              </a:highlight>
              <a:latin typeface="Georgia"/>
              <a:ea typeface="Georgia"/>
              <a:cs typeface="Georgia"/>
              <a:sym typeface="Georgia"/>
            </a:endParaRPr>
          </a:p>
          <a:p>
            <a:pPr indent="0" lvl="0" marL="0" rtl="0" algn="l">
              <a:lnSpc>
                <a:spcPct val="218181"/>
              </a:lnSpc>
              <a:spcBef>
                <a:spcPts val="3200"/>
              </a:spcBef>
              <a:spcAft>
                <a:spcPts val="0"/>
              </a:spcAft>
              <a:buClr>
                <a:schemeClr val="dk1"/>
              </a:buClr>
              <a:buSzPts val="1100"/>
              <a:buFont typeface="Arial"/>
              <a:buNone/>
            </a:pPr>
            <a:r>
              <a:rPr lang="en-US" sz="1600">
                <a:solidFill>
                  <a:srgbClr val="292929"/>
                </a:solidFill>
                <a:highlight>
                  <a:srgbClr val="FFFFFF"/>
                </a:highlight>
                <a:latin typeface="Georgia"/>
                <a:ea typeface="Georgia"/>
                <a:cs typeface="Georgia"/>
                <a:sym typeface="Georgia"/>
              </a:rPr>
              <a:t>After a round of discussion with my Data friends, we agreed on the Schema/Service Boundary. We could able to limit the dependencies/cross-domain pollution with this approach. Service Account/Schema for read &amp; write access. aligning the domain to a schema (at least)</a:t>
            </a:r>
            <a:endParaRPr sz="1600">
              <a:solidFill>
                <a:srgbClr val="292929"/>
              </a:solidFill>
              <a:highlight>
                <a:srgbClr val="FFFFFF"/>
              </a:highlight>
              <a:latin typeface="Georgia"/>
              <a:ea typeface="Georgia"/>
              <a:cs typeface="Georgia"/>
              <a:sym typeface="Georgia"/>
            </a:endParaRPr>
          </a:p>
          <a:p>
            <a:pPr indent="0" lvl="0" marL="0" rtl="0" algn="l">
              <a:lnSpc>
                <a:spcPct val="218181"/>
              </a:lnSpc>
              <a:spcBef>
                <a:spcPts val="3200"/>
              </a:spcBef>
              <a:spcAft>
                <a:spcPts val="0"/>
              </a:spcAft>
              <a:buClr>
                <a:schemeClr val="dk1"/>
              </a:buClr>
              <a:buSzPts val="1100"/>
              <a:buFont typeface="Arial"/>
              <a:buNone/>
            </a:pPr>
            <a:r>
              <a:rPr lang="en-US" sz="1600">
                <a:solidFill>
                  <a:srgbClr val="292929"/>
                </a:solidFill>
                <a:highlight>
                  <a:srgbClr val="FFFFFF"/>
                </a:highlight>
                <a:latin typeface="Georgia"/>
                <a:ea typeface="Georgia"/>
                <a:cs typeface="Georgia"/>
                <a:sym typeface="Georgia"/>
              </a:rPr>
              <a:t>3) </a:t>
            </a:r>
            <a:r>
              <a:rPr b="1" lang="en-US" sz="1600">
                <a:solidFill>
                  <a:srgbClr val="292929"/>
                </a:solidFill>
                <a:highlight>
                  <a:srgbClr val="FFFFFF"/>
                </a:highlight>
                <a:latin typeface="Georgia"/>
                <a:ea typeface="Georgia"/>
                <a:cs typeface="Georgia"/>
                <a:sym typeface="Georgia"/>
              </a:rPr>
              <a:t>Flow — Requesting Data model changes</a:t>
            </a:r>
            <a:r>
              <a:rPr lang="en-US" sz="1600">
                <a:solidFill>
                  <a:srgbClr val="292929"/>
                </a:solidFill>
                <a:highlight>
                  <a:srgbClr val="FFFFFF"/>
                </a:highlight>
                <a:latin typeface="Georgia"/>
                <a:ea typeface="Georgia"/>
                <a:cs typeface="Georgia"/>
                <a:sym typeface="Georgia"/>
              </a:rPr>
              <a:t>: This is another area we improved significantly. Initially, we needed to fill a SharePoint form to request a data model change. This goes to the DA (Data Analyst &amp; Data Modeller), he produces the script, reviewed by DBA &amp; by the Developer who requested, then applied to DEV Database and the dev starts developing the features. We realised that we could not fit this in our 2 — weeks sprint.</a:t>
            </a:r>
            <a:endParaRPr sz="1600">
              <a:solidFill>
                <a:srgbClr val="292929"/>
              </a:solidFill>
              <a:highlight>
                <a:srgbClr val="FFFFFF"/>
              </a:highlight>
              <a:latin typeface="Georgia"/>
              <a:ea typeface="Georgia"/>
              <a:cs typeface="Georgia"/>
              <a:sym typeface="Georgia"/>
            </a:endParaRPr>
          </a:p>
          <a:p>
            <a:pPr indent="0" lvl="0" marL="0" rtl="0" algn="l">
              <a:lnSpc>
                <a:spcPct val="100000"/>
              </a:lnSpc>
              <a:spcBef>
                <a:spcPts val="0"/>
              </a:spcBef>
              <a:spcAft>
                <a:spcPts val="0"/>
              </a:spcAft>
              <a:buSzPts val="1400"/>
              <a:buNone/>
            </a:pPr>
            <a:r>
              <a:t/>
            </a:r>
            <a:endParaRPr sz="1600">
              <a:solidFill>
                <a:srgbClr val="292929"/>
              </a:solidFill>
              <a:highlight>
                <a:srgbClr val="FFFFFF"/>
              </a:highlight>
              <a:latin typeface="Georgia"/>
              <a:ea typeface="Georgia"/>
              <a:cs typeface="Georgia"/>
              <a:sym typeface="Georgi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905fd1bd5a_1_15:notes"/>
          <p:cNvSpPr txBox="1"/>
          <p:nvPr>
            <p:ph idx="12" type="sldNum"/>
          </p:nvPr>
        </p:nvSpPr>
        <p:spPr>
          <a:xfrm>
            <a:off x="3970576" y="8830268"/>
            <a:ext cx="3038400" cy="464400"/>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SzPts val="1400"/>
              <a:buNone/>
            </a:pPr>
            <a:fld id="{00000000-1234-1234-1234-123412341234}" type="slidenum">
              <a:rPr lang="en-US"/>
              <a:t>‹#›</a:t>
            </a:fld>
            <a:endParaRPr/>
          </a:p>
        </p:txBody>
      </p:sp>
      <p:sp>
        <p:nvSpPr>
          <p:cNvPr id="237" name="Google Shape;237;g905fd1bd5a_1_15:notes"/>
          <p:cNvSpPr/>
          <p:nvPr>
            <p:ph idx="2" type="sldImg"/>
          </p:nvPr>
        </p:nvSpPr>
        <p:spPr>
          <a:xfrm>
            <a:off x="407988" y="696913"/>
            <a:ext cx="61944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g905fd1bd5a_1_15:notes"/>
          <p:cNvSpPr txBox="1"/>
          <p:nvPr>
            <p:ph idx="1" type="body"/>
          </p:nvPr>
        </p:nvSpPr>
        <p:spPr>
          <a:xfrm>
            <a:off x="700413" y="4415133"/>
            <a:ext cx="5609700" cy="41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905fd1bd5a_1_22:notes"/>
          <p:cNvSpPr txBox="1"/>
          <p:nvPr>
            <p:ph idx="12" type="sldNum"/>
          </p:nvPr>
        </p:nvSpPr>
        <p:spPr>
          <a:xfrm>
            <a:off x="3970576" y="8830268"/>
            <a:ext cx="3038400" cy="464400"/>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SzPts val="1400"/>
              <a:buNone/>
            </a:pPr>
            <a:fld id="{00000000-1234-1234-1234-123412341234}" type="slidenum">
              <a:rPr lang="en-US"/>
              <a:t>‹#›</a:t>
            </a:fld>
            <a:endParaRPr/>
          </a:p>
        </p:txBody>
      </p:sp>
      <p:sp>
        <p:nvSpPr>
          <p:cNvPr id="245" name="Google Shape;245;g905fd1bd5a_1_22:notes"/>
          <p:cNvSpPr/>
          <p:nvPr>
            <p:ph idx="2" type="sldImg"/>
          </p:nvPr>
        </p:nvSpPr>
        <p:spPr>
          <a:xfrm>
            <a:off x="407988" y="696913"/>
            <a:ext cx="61944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g905fd1bd5a_1_22:notes"/>
          <p:cNvSpPr txBox="1"/>
          <p:nvPr>
            <p:ph idx="1" type="body"/>
          </p:nvPr>
        </p:nvSpPr>
        <p:spPr>
          <a:xfrm>
            <a:off x="700413" y="4415133"/>
            <a:ext cx="5609700" cy="41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905fd1bd5a_1_28:notes"/>
          <p:cNvSpPr txBox="1"/>
          <p:nvPr>
            <p:ph idx="12" type="sldNum"/>
          </p:nvPr>
        </p:nvSpPr>
        <p:spPr>
          <a:xfrm>
            <a:off x="3970576" y="8830268"/>
            <a:ext cx="3038400" cy="464400"/>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SzPts val="1400"/>
              <a:buNone/>
            </a:pPr>
            <a:fld id="{00000000-1234-1234-1234-123412341234}" type="slidenum">
              <a:rPr lang="en-US"/>
              <a:t>‹#›</a:t>
            </a:fld>
            <a:endParaRPr/>
          </a:p>
        </p:txBody>
      </p:sp>
      <p:sp>
        <p:nvSpPr>
          <p:cNvPr id="253" name="Google Shape;253;g905fd1bd5a_1_28:notes"/>
          <p:cNvSpPr/>
          <p:nvPr>
            <p:ph idx="2" type="sldImg"/>
          </p:nvPr>
        </p:nvSpPr>
        <p:spPr>
          <a:xfrm>
            <a:off x="407988" y="696913"/>
            <a:ext cx="61944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g905fd1bd5a_1_28:notes"/>
          <p:cNvSpPr txBox="1"/>
          <p:nvPr>
            <p:ph idx="1" type="body"/>
          </p:nvPr>
        </p:nvSpPr>
        <p:spPr>
          <a:xfrm>
            <a:off x="700413" y="4415133"/>
            <a:ext cx="5609700" cy="41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905fd1bd5a_0_460:notes"/>
          <p:cNvSpPr txBox="1"/>
          <p:nvPr>
            <p:ph idx="12" type="sldNum"/>
          </p:nvPr>
        </p:nvSpPr>
        <p:spPr>
          <a:xfrm>
            <a:off x="3970576" y="8830268"/>
            <a:ext cx="3038400" cy="464400"/>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SzPts val="1400"/>
              <a:buNone/>
            </a:pPr>
            <a:fld id="{00000000-1234-1234-1234-123412341234}" type="slidenum">
              <a:rPr lang="en-US"/>
              <a:t>‹#›</a:t>
            </a:fld>
            <a:endParaRPr/>
          </a:p>
        </p:txBody>
      </p:sp>
      <p:sp>
        <p:nvSpPr>
          <p:cNvPr id="261" name="Google Shape;261;g905fd1bd5a_0_460:notes"/>
          <p:cNvSpPr/>
          <p:nvPr>
            <p:ph idx="2" type="sldImg"/>
          </p:nvPr>
        </p:nvSpPr>
        <p:spPr>
          <a:xfrm>
            <a:off x="407988" y="696913"/>
            <a:ext cx="61944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g905fd1bd5a_0_460:notes"/>
          <p:cNvSpPr txBox="1"/>
          <p:nvPr>
            <p:ph idx="1" type="body"/>
          </p:nvPr>
        </p:nvSpPr>
        <p:spPr>
          <a:xfrm>
            <a:off x="700413" y="4415133"/>
            <a:ext cx="5609700" cy="41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905fd1bd5a_0_348:notes"/>
          <p:cNvSpPr txBox="1"/>
          <p:nvPr>
            <p:ph idx="12" type="sldNum"/>
          </p:nvPr>
        </p:nvSpPr>
        <p:spPr>
          <a:xfrm>
            <a:off x="3970576" y="8830268"/>
            <a:ext cx="3038400" cy="464400"/>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SzPts val="1400"/>
              <a:buNone/>
            </a:pPr>
            <a:fld id="{00000000-1234-1234-1234-123412341234}" type="slidenum">
              <a:rPr lang="en-US"/>
              <a:t>‹#›</a:t>
            </a:fld>
            <a:endParaRPr/>
          </a:p>
        </p:txBody>
      </p:sp>
      <p:sp>
        <p:nvSpPr>
          <p:cNvPr id="269" name="Google Shape;269;g905fd1bd5a_0_348:notes"/>
          <p:cNvSpPr/>
          <p:nvPr>
            <p:ph idx="2" type="sldImg"/>
          </p:nvPr>
        </p:nvSpPr>
        <p:spPr>
          <a:xfrm>
            <a:off x="407988" y="696913"/>
            <a:ext cx="61944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g905fd1bd5a_0_348:notes"/>
          <p:cNvSpPr txBox="1"/>
          <p:nvPr>
            <p:ph idx="1" type="body"/>
          </p:nvPr>
        </p:nvSpPr>
        <p:spPr>
          <a:xfrm>
            <a:off x="700413" y="4415133"/>
            <a:ext cx="5609700" cy="41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905fd1bd5a_2_14:notes"/>
          <p:cNvSpPr txBox="1"/>
          <p:nvPr>
            <p:ph idx="12" type="sldNum"/>
          </p:nvPr>
        </p:nvSpPr>
        <p:spPr>
          <a:xfrm>
            <a:off x="3970576" y="8830268"/>
            <a:ext cx="3038400" cy="464400"/>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SzPts val="1400"/>
              <a:buNone/>
            </a:pPr>
            <a:fld id="{00000000-1234-1234-1234-123412341234}" type="slidenum">
              <a:rPr lang="en-US"/>
              <a:t>‹#›</a:t>
            </a:fld>
            <a:endParaRPr/>
          </a:p>
        </p:txBody>
      </p:sp>
      <p:sp>
        <p:nvSpPr>
          <p:cNvPr id="282" name="Google Shape;282;g905fd1bd5a_2_14:notes"/>
          <p:cNvSpPr/>
          <p:nvPr>
            <p:ph idx="2" type="sldImg"/>
          </p:nvPr>
        </p:nvSpPr>
        <p:spPr>
          <a:xfrm>
            <a:off x="407988" y="696913"/>
            <a:ext cx="61944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g905fd1bd5a_2_14:notes"/>
          <p:cNvSpPr txBox="1"/>
          <p:nvPr>
            <p:ph idx="1" type="body"/>
          </p:nvPr>
        </p:nvSpPr>
        <p:spPr>
          <a:xfrm>
            <a:off x="700413" y="4415133"/>
            <a:ext cx="5609700" cy="41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905fd1bd5a_0_423:notes"/>
          <p:cNvSpPr txBox="1"/>
          <p:nvPr>
            <p:ph idx="12" type="sldNum"/>
          </p:nvPr>
        </p:nvSpPr>
        <p:spPr>
          <a:xfrm>
            <a:off x="3970576" y="8830268"/>
            <a:ext cx="3038400" cy="464400"/>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SzPts val="1400"/>
              <a:buNone/>
            </a:pPr>
            <a:fld id="{00000000-1234-1234-1234-123412341234}" type="slidenum">
              <a:rPr lang="en-US"/>
              <a:t>‹#›</a:t>
            </a:fld>
            <a:endParaRPr/>
          </a:p>
        </p:txBody>
      </p:sp>
      <p:sp>
        <p:nvSpPr>
          <p:cNvPr id="290" name="Google Shape;290;g905fd1bd5a_0_423:notes"/>
          <p:cNvSpPr/>
          <p:nvPr>
            <p:ph idx="2" type="sldImg"/>
          </p:nvPr>
        </p:nvSpPr>
        <p:spPr>
          <a:xfrm>
            <a:off x="407988" y="696913"/>
            <a:ext cx="61944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g905fd1bd5a_0_423:notes"/>
          <p:cNvSpPr txBox="1"/>
          <p:nvPr>
            <p:ph idx="1" type="body"/>
          </p:nvPr>
        </p:nvSpPr>
        <p:spPr>
          <a:xfrm>
            <a:off x="700413" y="4415133"/>
            <a:ext cx="5609700" cy="41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4:notes"/>
          <p:cNvSpPr txBox="1"/>
          <p:nvPr>
            <p:ph idx="12" type="sldNum"/>
          </p:nvPr>
        </p:nvSpPr>
        <p:spPr>
          <a:xfrm>
            <a:off x="3970576" y="8830268"/>
            <a:ext cx="3038258" cy="464492"/>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SzPts val="1400"/>
              <a:buNone/>
            </a:pPr>
            <a:fld id="{00000000-1234-1234-1234-123412341234}" type="slidenum">
              <a:rPr lang="en-US"/>
              <a:t>‹#›</a:t>
            </a:fld>
            <a:endParaRPr/>
          </a:p>
        </p:txBody>
      </p:sp>
      <p:sp>
        <p:nvSpPr>
          <p:cNvPr id="298" name="Google Shape;298;p4: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4:notes"/>
          <p:cNvSpPr txBox="1"/>
          <p:nvPr>
            <p:ph idx="1" type="body"/>
          </p:nvPr>
        </p:nvSpPr>
        <p:spPr>
          <a:xfrm>
            <a:off x="700413" y="4415133"/>
            <a:ext cx="5609574" cy="41837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905fd1bd5a_1_7:notes"/>
          <p:cNvSpPr/>
          <p:nvPr>
            <p:ph idx="2" type="sldImg"/>
          </p:nvPr>
        </p:nvSpPr>
        <p:spPr>
          <a:xfrm>
            <a:off x="407988" y="696913"/>
            <a:ext cx="61944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g905fd1bd5a_1_7:notes"/>
          <p:cNvSpPr txBox="1"/>
          <p:nvPr>
            <p:ph idx="1" type="body"/>
          </p:nvPr>
        </p:nvSpPr>
        <p:spPr>
          <a:xfrm>
            <a:off x="700413" y="4415133"/>
            <a:ext cx="5609700" cy="41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150">
                <a:solidFill>
                  <a:srgbClr val="1E252C"/>
                </a:solidFill>
                <a:highlight>
                  <a:srgbClr val="FFFFFF"/>
                </a:highlight>
                <a:latin typeface="Arial"/>
                <a:ea typeface="Arial"/>
                <a:cs typeface="Arial"/>
                <a:sym typeface="Arial"/>
              </a:rPr>
              <a:t>Organizations everywhere struggle with one specific, real problem with their continuous delivery pipelines: their data. In this session, BMK Lakshminarayanan of the Bank of New Zealand will share some of his experience with solving data-related issues and what advice he has for those facing similar challenges. He will also discuss what other data-related challenges remain and will need collaboration to resolve.</a:t>
            </a:r>
            <a:endParaRPr/>
          </a:p>
          <a:p>
            <a:pPr indent="0" lvl="0" marL="0" rtl="0" algn="l">
              <a:lnSpc>
                <a:spcPct val="100000"/>
              </a:lnSpc>
              <a:spcBef>
                <a:spcPts val="0"/>
              </a:spcBef>
              <a:spcAft>
                <a:spcPts val="0"/>
              </a:spcAft>
              <a:buSzPts val="1400"/>
              <a:buNone/>
            </a:pPr>
            <a:r>
              <a:t/>
            </a:r>
            <a:endParaRPr/>
          </a:p>
        </p:txBody>
      </p:sp>
      <p:sp>
        <p:nvSpPr>
          <p:cNvPr id="308" name="Google Shape;308;g905fd1bd5a_1_7:notes"/>
          <p:cNvSpPr txBox="1"/>
          <p:nvPr>
            <p:ph idx="12" type="sldNum"/>
          </p:nvPr>
        </p:nvSpPr>
        <p:spPr>
          <a:xfrm>
            <a:off x="3970576" y="8830268"/>
            <a:ext cx="3038400" cy="464400"/>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7" name="Shape 17"/>
        <p:cNvGrpSpPr/>
        <p:nvPr/>
      </p:nvGrpSpPr>
      <p:grpSpPr>
        <a:xfrm>
          <a:off x="0" y="0"/>
          <a:ext cx="0" cy="0"/>
          <a:chOff x="0" y="0"/>
          <a:chExt cx="0" cy="0"/>
        </a:xfrm>
      </p:grpSpPr>
      <p:pic>
        <p:nvPicPr>
          <p:cNvPr id="18" name="Google Shape;18;p2"/>
          <p:cNvPicPr preferRelativeResize="0"/>
          <p:nvPr/>
        </p:nvPicPr>
        <p:blipFill rotWithShape="1">
          <a:blip r:embed="rId2">
            <a:alphaModFix/>
          </a:blip>
          <a:srcRect b="0" l="0" r="0" t="0"/>
          <a:stretch/>
        </p:blipFill>
        <p:spPr>
          <a:xfrm>
            <a:off x="0" y="-1"/>
            <a:ext cx="12189619" cy="6856661"/>
          </a:xfrm>
          <a:prstGeom prst="rect">
            <a:avLst/>
          </a:prstGeom>
          <a:noFill/>
          <a:ln>
            <a:noFill/>
          </a:ln>
        </p:spPr>
      </p:pic>
      <p:sp>
        <p:nvSpPr>
          <p:cNvPr id="19" name="Google Shape;19;p2"/>
          <p:cNvSpPr txBox="1"/>
          <p:nvPr>
            <p:ph type="ctrTitle"/>
          </p:nvPr>
        </p:nvSpPr>
        <p:spPr>
          <a:xfrm rot="-420000">
            <a:off x="1154813" y="2628555"/>
            <a:ext cx="8206939" cy="118213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1"/>
              </a:buClr>
              <a:buSzPts val="4800"/>
              <a:buFont typeface="Arial"/>
              <a:buNone/>
              <a:defRPr b="1" sz="48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 type="body"/>
          </p:nvPr>
        </p:nvSpPr>
        <p:spPr>
          <a:xfrm rot="-420000">
            <a:off x="1421379" y="5040255"/>
            <a:ext cx="5910196" cy="627215"/>
          </a:xfrm>
          <a:prstGeom prst="rect">
            <a:avLst/>
          </a:prstGeom>
          <a:noFill/>
          <a:ln>
            <a:noFill/>
          </a:ln>
        </p:spPr>
        <p:txBody>
          <a:bodyPr anchorCtr="0" anchor="b" bIns="0" lIns="0" spcFirstLastPara="1" rIns="0" wrap="square" tIns="0">
            <a:noAutofit/>
          </a:bodyPr>
          <a:lstStyle>
            <a:lvl1pPr indent="-228600" lvl="0" marL="457200" algn="l">
              <a:lnSpc>
                <a:spcPct val="95000"/>
              </a:lnSpc>
              <a:spcBef>
                <a:spcPts val="1200"/>
              </a:spcBef>
              <a:spcAft>
                <a:spcPts val="0"/>
              </a:spcAft>
              <a:buSzPts val="2640"/>
              <a:buFont typeface="Arial"/>
              <a:buNone/>
              <a:defRPr b="1" i="1" sz="2400">
                <a:solidFill>
                  <a:schemeClr val="dk2"/>
                </a:solidFill>
                <a:latin typeface="Arial"/>
                <a:ea typeface="Arial"/>
                <a:cs typeface="Arial"/>
                <a:sym typeface="Arial"/>
              </a:defRPr>
            </a:lvl1pPr>
            <a:lvl2pPr indent="-342900" lvl="1" marL="914400" algn="l">
              <a:lnSpc>
                <a:spcPct val="95000"/>
              </a:lnSpc>
              <a:spcBef>
                <a:spcPts val="600"/>
              </a:spcBef>
              <a:spcAft>
                <a:spcPts val="0"/>
              </a:spcAft>
              <a:buClr>
                <a:schemeClr val="dk2"/>
              </a:buClr>
              <a:buSzPts val="1800"/>
              <a:buChar char="–"/>
              <a:defRPr/>
            </a:lvl2pPr>
            <a:lvl3pPr indent="-331469" lvl="2" marL="1371600" algn="l">
              <a:lnSpc>
                <a:spcPct val="95000"/>
              </a:lnSpc>
              <a:spcBef>
                <a:spcPts val="600"/>
              </a:spcBef>
              <a:spcAft>
                <a:spcPts val="0"/>
              </a:spcAft>
              <a:buSzPts val="1620"/>
              <a:buChar char="•"/>
              <a:defRPr/>
            </a:lvl3pPr>
            <a:lvl4pPr indent="-342900" lvl="3" marL="1828800" algn="l">
              <a:lnSpc>
                <a:spcPct val="95000"/>
              </a:lnSpc>
              <a:spcBef>
                <a:spcPts val="600"/>
              </a:spcBef>
              <a:spcAft>
                <a:spcPts val="0"/>
              </a:spcAft>
              <a:buSzPts val="1800"/>
              <a:buChar char="–"/>
              <a:defRPr/>
            </a:lvl4pPr>
            <a:lvl5pPr indent="-314325" lvl="4" marL="2286000" algn="l">
              <a:lnSpc>
                <a:spcPct val="95000"/>
              </a:lnSpc>
              <a:spcBef>
                <a:spcPts val="6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2"/>
          <p:cNvSpPr txBox="1"/>
          <p:nvPr>
            <p:ph idx="2" type="body"/>
          </p:nvPr>
        </p:nvSpPr>
        <p:spPr>
          <a:xfrm rot="-420000">
            <a:off x="1510117" y="5893038"/>
            <a:ext cx="3347025" cy="600327"/>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1200"/>
              </a:spcBef>
              <a:spcAft>
                <a:spcPts val="0"/>
              </a:spcAft>
              <a:buSzPts val="1980"/>
              <a:buNone/>
              <a:defRPr i="1" sz="1800"/>
            </a:lvl1pPr>
            <a:lvl2pPr indent="-228600" lvl="1" marL="914400" algn="l">
              <a:lnSpc>
                <a:spcPct val="95000"/>
              </a:lnSpc>
              <a:spcBef>
                <a:spcPts val="600"/>
              </a:spcBef>
              <a:spcAft>
                <a:spcPts val="0"/>
              </a:spcAft>
              <a:buClr>
                <a:schemeClr val="dk2"/>
              </a:buClr>
              <a:buSzPts val="1800"/>
              <a:buNone/>
              <a:defRPr/>
            </a:lvl2pPr>
            <a:lvl3pPr indent="-228600" lvl="2" marL="1371600" algn="l">
              <a:lnSpc>
                <a:spcPct val="95000"/>
              </a:lnSpc>
              <a:spcBef>
                <a:spcPts val="600"/>
              </a:spcBef>
              <a:spcAft>
                <a:spcPts val="0"/>
              </a:spcAft>
              <a:buSzPts val="1620"/>
              <a:buNone/>
              <a:defRPr/>
            </a:lvl3pPr>
            <a:lvl4pPr indent="-228600" lvl="3" marL="1828800" algn="l">
              <a:lnSpc>
                <a:spcPct val="95000"/>
              </a:lnSpc>
              <a:spcBef>
                <a:spcPts val="600"/>
              </a:spcBef>
              <a:spcAft>
                <a:spcPts val="0"/>
              </a:spcAft>
              <a:buSzPts val="1800"/>
              <a:buNone/>
              <a:defRPr/>
            </a:lvl4pPr>
            <a:lvl5pPr indent="-228600" lvl="4" marL="2286000" algn="l">
              <a:lnSpc>
                <a:spcPct val="95000"/>
              </a:lnSpc>
              <a:spcBef>
                <a:spcPts val="600"/>
              </a:spcBef>
              <a:spcAft>
                <a:spcPts val="0"/>
              </a:spcAft>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2"/>
          <p:cNvSpPr txBox="1"/>
          <p:nvPr>
            <p:ph idx="3" type="body"/>
          </p:nvPr>
        </p:nvSpPr>
        <p:spPr>
          <a:xfrm rot="-420000">
            <a:off x="1047003" y="2241563"/>
            <a:ext cx="4888189" cy="396374"/>
          </a:xfrm>
          <a:prstGeom prst="rect">
            <a:avLst/>
          </a:prstGeom>
          <a:noFill/>
          <a:ln>
            <a:noFill/>
          </a:ln>
        </p:spPr>
        <p:txBody>
          <a:bodyPr anchorCtr="0" anchor="b" bIns="0" lIns="0" spcFirstLastPara="1" rIns="0" wrap="square" tIns="0">
            <a:noAutofit/>
          </a:bodyPr>
          <a:lstStyle>
            <a:lvl1pPr indent="-228600" lvl="0" marL="457200" algn="l">
              <a:lnSpc>
                <a:spcPct val="95000"/>
              </a:lnSpc>
              <a:spcBef>
                <a:spcPts val="1200"/>
              </a:spcBef>
              <a:spcAft>
                <a:spcPts val="0"/>
              </a:spcAft>
              <a:buSzPts val="2200"/>
              <a:buNone/>
              <a:defRPr b="1" sz="2000">
                <a:solidFill>
                  <a:schemeClr val="accent4"/>
                </a:solidFill>
              </a:defRPr>
            </a:lvl1pPr>
            <a:lvl2pPr indent="-342900" lvl="1" marL="914400" algn="l">
              <a:lnSpc>
                <a:spcPct val="95000"/>
              </a:lnSpc>
              <a:spcBef>
                <a:spcPts val="600"/>
              </a:spcBef>
              <a:spcAft>
                <a:spcPts val="0"/>
              </a:spcAft>
              <a:buClr>
                <a:schemeClr val="dk2"/>
              </a:buClr>
              <a:buSzPts val="1800"/>
              <a:buChar char="–"/>
              <a:defRPr/>
            </a:lvl2pPr>
            <a:lvl3pPr indent="-331469" lvl="2" marL="1371600" algn="l">
              <a:lnSpc>
                <a:spcPct val="95000"/>
              </a:lnSpc>
              <a:spcBef>
                <a:spcPts val="600"/>
              </a:spcBef>
              <a:spcAft>
                <a:spcPts val="0"/>
              </a:spcAft>
              <a:buSzPts val="1620"/>
              <a:buChar char="•"/>
              <a:defRPr/>
            </a:lvl3pPr>
            <a:lvl4pPr indent="-342900" lvl="3" marL="1828800" algn="l">
              <a:lnSpc>
                <a:spcPct val="95000"/>
              </a:lnSpc>
              <a:spcBef>
                <a:spcPts val="600"/>
              </a:spcBef>
              <a:spcAft>
                <a:spcPts val="0"/>
              </a:spcAft>
              <a:buSzPts val="1800"/>
              <a:buChar char="–"/>
              <a:defRPr/>
            </a:lvl4pPr>
            <a:lvl5pPr indent="-314325" lvl="4" marL="2286000" algn="l">
              <a:lnSpc>
                <a:spcPct val="95000"/>
              </a:lnSpc>
              <a:spcBef>
                <a:spcPts val="6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spTree>
      <p:nvGrpSpPr>
        <p:cNvPr id="23" name="Shape 23"/>
        <p:cNvGrpSpPr/>
        <p:nvPr/>
      </p:nvGrpSpPr>
      <p:grpSpPr>
        <a:xfrm>
          <a:off x="0" y="0"/>
          <a:ext cx="0" cy="0"/>
          <a:chOff x="0" y="0"/>
          <a:chExt cx="0" cy="0"/>
        </a:xfrm>
      </p:grpSpPr>
      <p:pic>
        <p:nvPicPr>
          <p:cNvPr id="24" name="Google Shape;24;p3"/>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25" name="Google Shape;25;p3"/>
          <p:cNvPicPr preferRelativeResize="0"/>
          <p:nvPr/>
        </p:nvPicPr>
        <p:blipFill rotWithShape="1">
          <a:blip r:embed="rId3">
            <a:alphaModFix/>
          </a:blip>
          <a:srcRect b="0" l="0" r="0" t="0"/>
          <a:stretch/>
        </p:blipFill>
        <p:spPr>
          <a:xfrm>
            <a:off x="9972754" y="5245441"/>
            <a:ext cx="1908820" cy="1175530"/>
          </a:xfrm>
          <a:prstGeom prst="rect">
            <a:avLst/>
          </a:prstGeom>
          <a:noFill/>
          <a:ln>
            <a:noFill/>
          </a:ln>
        </p:spPr>
      </p:pic>
      <p:sp>
        <p:nvSpPr>
          <p:cNvPr id="26" name="Google Shape;26;p3"/>
          <p:cNvSpPr txBox="1"/>
          <p:nvPr>
            <p:ph type="ctrTitle"/>
          </p:nvPr>
        </p:nvSpPr>
        <p:spPr>
          <a:xfrm>
            <a:off x="1143000" y="2385787"/>
            <a:ext cx="8829754" cy="118213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Clr>
                <a:schemeClr val="lt1"/>
              </a:buClr>
              <a:buSzPts val="4000"/>
              <a:buFont typeface="Arial"/>
              <a:buNone/>
              <a:defRPr sz="40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
          <p:cNvSpPr txBox="1"/>
          <p:nvPr>
            <p:ph idx="1" type="body"/>
          </p:nvPr>
        </p:nvSpPr>
        <p:spPr>
          <a:xfrm>
            <a:off x="1143000" y="3631577"/>
            <a:ext cx="8829754" cy="400094"/>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1200"/>
              </a:spcBef>
              <a:spcAft>
                <a:spcPts val="0"/>
              </a:spcAft>
              <a:buSzPts val="3080"/>
              <a:buFont typeface="Arial"/>
              <a:buNone/>
              <a:defRPr sz="2800">
                <a:solidFill>
                  <a:schemeClr val="accent1"/>
                </a:solidFill>
                <a:latin typeface="Arial"/>
                <a:ea typeface="Arial"/>
                <a:cs typeface="Arial"/>
                <a:sym typeface="Arial"/>
              </a:defRPr>
            </a:lvl1pPr>
            <a:lvl2pPr indent="-342900" lvl="1" marL="914400" algn="l">
              <a:lnSpc>
                <a:spcPct val="95000"/>
              </a:lnSpc>
              <a:spcBef>
                <a:spcPts val="600"/>
              </a:spcBef>
              <a:spcAft>
                <a:spcPts val="0"/>
              </a:spcAft>
              <a:buClr>
                <a:schemeClr val="dk2"/>
              </a:buClr>
              <a:buSzPts val="1800"/>
              <a:buChar char="–"/>
              <a:defRPr/>
            </a:lvl2pPr>
            <a:lvl3pPr indent="-331469" lvl="2" marL="1371600" algn="l">
              <a:lnSpc>
                <a:spcPct val="95000"/>
              </a:lnSpc>
              <a:spcBef>
                <a:spcPts val="600"/>
              </a:spcBef>
              <a:spcAft>
                <a:spcPts val="0"/>
              </a:spcAft>
              <a:buSzPts val="1620"/>
              <a:buChar char="•"/>
              <a:defRPr/>
            </a:lvl3pPr>
            <a:lvl4pPr indent="-342900" lvl="3" marL="1828800" algn="l">
              <a:lnSpc>
                <a:spcPct val="95000"/>
              </a:lnSpc>
              <a:spcBef>
                <a:spcPts val="600"/>
              </a:spcBef>
              <a:spcAft>
                <a:spcPts val="0"/>
              </a:spcAft>
              <a:buSzPts val="1800"/>
              <a:buChar char="–"/>
              <a:defRPr/>
            </a:lvl4pPr>
            <a:lvl5pPr indent="-314325" lvl="4" marL="2286000" algn="l">
              <a:lnSpc>
                <a:spcPct val="95000"/>
              </a:lnSpc>
              <a:spcBef>
                <a:spcPts val="6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3"/>
          <p:cNvSpPr txBox="1"/>
          <p:nvPr>
            <p:ph idx="2" type="body"/>
          </p:nvPr>
        </p:nvSpPr>
        <p:spPr>
          <a:xfrm>
            <a:off x="1143000" y="1948758"/>
            <a:ext cx="8829754" cy="303376"/>
          </a:xfrm>
          <a:prstGeom prst="rect">
            <a:avLst/>
          </a:prstGeom>
          <a:noFill/>
          <a:ln>
            <a:noFill/>
          </a:ln>
        </p:spPr>
        <p:txBody>
          <a:bodyPr anchorCtr="0" anchor="b" bIns="0" lIns="0" spcFirstLastPara="1" rIns="0" wrap="square" tIns="0">
            <a:noAutofit/>
          </a:bodyPr>
          <a:lstStyle>
            <a:lvl1pPr indent="-228600" lvl="0" marL="457200" algn="l">
              <a:lnSpc>
                <a:spcPct val="95000"/>
              </a:lnSpc>
              <a:spcBef>
                <a:spcPts val="1200"/>
              </a:spcBef>
              <a:spcAft>
                <a:spcPts val="0"/>
              </a:spcAft>
              <a:buSzPts val="1980"/>
              <a:buFont typeface="Arial"/>
              <a:buNone/>
              <a:defRPr b="1" sz="1800">
                <a:solidFill>
                  <a:schemeClr val="accent4"/>
                </a:solidFill>
                <a:latin typeface="Arial"/>
                <a:ea typeface="Arial"/>
                <a:cs typeface="Arial"/>
                <a:sym typeface="Arial"/>
              </a:defRPr>
            </a:lvl1pPr>
            <a:lvl2pPr indent="-342900" lvl="1" marL="914400" algn="l">
              <a:lnSpc>
                <a:spcPct val="95000"/>
              </a:lnSpc>
              <a:spcBef>
                <a:spcPts val="600"/>
              </a:spcBef>
              <a:spcAft>
                <a:spcPts val="0"/>
              </a:spcAft>
              <a:buClr>
                <a:schemeClr val="dk2"/>
              </a:buClr>
              <a:buSzPts val="1800"/>
              <a:buChar char="–"/>
              <a:defRPr/>
            </a:lvl2pPr>
            <a:lvl3pPr indent="-331469" lvl="2" marL="1371600" algn="l">
              <a:lnSpc>
                <a:spcPct val="95000"/>
              </a:lnSpc>
              <a:spcBef>
                <a:spcPts val="600"/>
              </a:spcBef>
              <a:spcAft>
                <a:spcPts val="0"/>
              </a:spcAft>
              <a:buSzPts val="1620"/>
              <a:buChar char="•"/>
              <a:defRPr/>
            </a:lvl3pPr>
            <a:lvl4pPr indent="-342900" lvl="3" marL="1828800" algn="l">
              <a:lnSpc>
                <a:spcPct val="95000"/>
              </a:lnSpc>
              <a:spcBef>
                <a:spcPts val="600"/>
              </a:spcBef>
              <a:spcAft>
                <a:spcPts val="0"/>
              </a:spcAft>
              <a:buSzPts val="1800"/>
              <a:buChar char="–"/>
              <a:defRPr/>
            </a:lvl4pPr>
            <a:lvl5pPr indent="-314325" lvl="4" marL="2286000" algn="l">
              <a:lnSpc>
                <a:spcPct val="95000"/>
              </a:lnSpc>
              <a:spcBef>
                <a:spcPts val="6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9" name="Shape 29"/>
        <p:cNvGrpSpPr/>
        <p:nvPr/>
      </p:nvGrpSpPr>
      <p:grpSpPr>
        <a:xfrm>
          <a:off x="0" y="0"/>
          <a:ext cx="0" cy="0"/>
          <a:chOff x="0" y="0"/>
          <a:chExt cx="0" cy="0"/>
        </a:xfrm>
      </p:grpSpPr>
      <p:sp>
        <p:nvSpPr>
          <p:cNvPr id="30" name="Google Shape;30;p4"/>
          <p:cNvSpPr txBox="1"/>
          <p:nvPr>
            <p:ph idx="1" type="body"/>
          </p:nvPr>
        </p:nvSpPr>
        <p:spPr>
          <a:xfrm>
            <a:off x="411480" y="1799556"/>
            <a:ext cx="10853420" cy="4142039"/>
          </a:xfrm>
          <a:prstGeom prst="rect">
            <a:avLst/>
          </a:prstGeom>
          <a:noFill/>
          <a:ln>
            <a:noFill/>
          </a:ln>
        </p:spPr>
        <p:txBody>
          <a:bodyPr anchorCtr="0" anchor="t" bIns="0" lIns="0" spcFirstLastPara="1" rIns="0" wrap="square" tIns="0">
            <a:noAutofit/>
          </a:bodyPr>
          <a:lstStyle>
            <a:lvl1pPr indent="-354330" lvl="0" marL="457200" algn="l">
              <a:lnSpc>
                <a:spcPct val="95000"/>
              </a:lnSpc>
              <a:spcBef>
                <a:spcPts val="1200"/>
              </a:spcBef>
              <a:spcAft>
                <a:spcPts val="0"/>
              </a:spcAft>
              <a:buSzPts val="1980"/>
              <a:buChar char="•"/>
              <a:defRPr/>
            </a:lvl1pPr>
            <a:lvl2pPr indent="-342900" lvl="1" marL="914400" algn="l">
              <a:lnSpc>
                <a:spcPct val="95000"/>
              </a:lnSpc>
              <a:spcBef>
                <a:spcPts val="600"/>
              </a:spcBef>
              <a:spcAft>
                <a:spcPts val="0"/>
              </a:spcAft>
              <a:buClr>
                <a:schemeClr val="dk2"/>
              </a:buClr>
              <a:buSzPts val="1800"/>
              <a:buChar char="–"/>
              <a:defRPr/>
            </a:lvl2pPr>
            <a:lvl3pPr indent="-331469" lvl="2" marL="1371600" algn="l">
              <a:lnSpc>
                <a:spcPct val="95000"/>
              </a:lnSpc>
              <a:spcBef>
                <a:spcPts val="600"/>
              </a:spcBef>
              <a:spcAft>
                <a:spcPts val="0"/>
              </a:spcAft>
              <a:buSzPts val="1620"/>
              <a:buChar char="•"/>
              <a:defRPr/>
            </a:lvl3pPr>
            <a:lvl4pPr indent="-342900" lvl="3" marL="1828800" algn="l">
              <a:lnSpc>
                <a:spcPct val="95000"/>
              </a:lnSpc>
              <a:spcBef>
                <a:spcPts val="600"/>
              </a:spcBef>
              <a:spcAft>
                <a:spcPts val="0"/>
              </a:spcAft>
              <a:buSzPts val="1800"/>
              <a:buChar char="–"/>
              <a:defRPr/>
            </a:lvl4pPr>
            <a:lvl5pPr indent="-314325" lvl="4" marL="2286000" algn="l">
              <a:lnSpc>
                <a:spcPct val="95000"/>
              </a:lnSpc>
              <a:spcBef>
                <a:spcPts val="6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4"/>
          <p:cNvSpPr txBox="1"/>
          <p:nvPr>
            <p:ph type="title"/>
          </p:nvPr>
        </p:nvSpPr>
        <p:spPr>
          <a:xfrm>
            <a:off x="411480" y="365760"/>
            <a:ext cx="10901984" cy="838942"/>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5"/>
          <p:cNvSpPr txBox="1"/>
          <p:nvPr>
            <p:ph type="title"/>
          </p:nvPr>
        </p:nvSpPr>
        <p:spPr>
          <a:xfrm>
            <a:off x="411480" y="365760"/>
            <a:ext cx="10901984" cy="838942"/>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 type="body"/>
          </p:nvPr>
        </p:nvSpPr>
        <p:spPr>
          <a:xfrm>
            <a:off x="411479" y="1801090"/>
            <a:ext cx="5401765" cy="4142509"/>
          </a:xfrm>
          <a:prstGeom prst="rect">
            <a:avLst/>
          </a:prstGeom>
          <a:noFill/>
          <a:ln>
            <a:noFill/>
          </a:ln>
        </p:spPr>
        <p:txBody>
          <a:bodyPr anchorCtr="0" anchor="t" bIns="0" lIns="0" spcFirstLastPara="1" rIns="0" wrap="square" tIns="0">
            <a:noAutofit/>
          </a:bodyPr>
          <a:lstStyle>
            <a:lvl1pPr indent="-396240" lvl="0" marL="457200" algn="l">
              <a:lnSpc>
                <a:spcPct val="95000"/>
              </a:lnSpc>
              <a:spcBef>
                <a:spcPts val="1200"/>
              </a:spcBef>
              <a:spcAft>
                <a:spcPts val="0"/>
              </a:spcAft>
              <a:buSzPts val="2640"/>
              <a:buChar char="•"/>
              <a:defRPr cap="none"/>
            </a:lvl1pPr>
            <a:lvl2pPr indent="-342900" lvl="1" marL="914400" algn="l">
              <a:lnSpc>
                <a:spcPct val="95000"/>
              </a:lnSpc>
              <a:spcBef>
                <a:spcPts val="600"/>
              </a:spcBef>
              <a:spcAft>
                <a:spcPts val="0"/>
              </a:spcAft>
              <a:buClr>
                <a:schemeClr val="dk2"/>
              </a:buClr>
              <a:buSzPts val="1800"/>
              <a:buChar char="–"/>
              <a:defRPr/>
            </a:lvl2pPr>
            <a:lvl3pPr indent="-331469" lvl="2" marL="1371600" algn="l">
              <a:lnSpc>
                <a:spcPct val="95000"/>
              </a:lnSpc>
              <a:spcBef>
                <a:spcPts val="600"/>
              </a:spcBef>
              <a:spcAft>
                <a:spcPts val="0"/>
              </a:spcAft>
              <a:buSzPts val="1620"/>
              <a:buChar char="•"/>
              <a:defRPr/>
            </a:lvl3pPr>
            <a:lvl4pPr indent="-342900" lvl="3" marL="1828800" algn="l">
              <a:lnSpc>
                <a:spcPct val="95000"/>
              </a:lnSpc>
              <a:spcBef>
                <a:spcPts val="600"/>
              </a:spcBef>
              <a:spcAft>
                <a:spcPts val="0"/>
              </a:spcAft>
              <a:buSzPts val="1800"/>
              <a:buChar char="–"/>
              <a:defRPr/>
            </a:lvl4pPr>
            <a:lvl5pPr indent="-314325" lvl="4" marL="2286000" algn="l">
              <a:lnSpc>
                <a:spcPct val="95000"/>
              </a:lnSpc>
              <a:spcBef>
                <a:spcPts val="6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5"/>
          <p:cNvSpPr txBox="1"/>
          <p:nvPr>
            <p:ph idx="2" type="body"/>
          </p:nvPr>
        </p:nvSpPr>
        <p:spPr>
          <a:xfrm>
            <a:off x="6402307" y="1801090"/>
            <a:ext cx="5401765" cy="4142509"/>
          </a:xfrm>
          <a:prstGeom prst="rect">
            <a:avLst/>
          </a:prstGeom>
          <a:noFill/>
          <a:ln>
            <a:noFill/>
          </a:ln>
        </p:spPr>
        <p:txBody>
          <a:bodyPr anchorCtr="0" anchor="t" bIns="0" lIns="0" spcFirstLastPara="1" rIns="0" wrap="square" tIns="0">
            <a:noAutofit/>
          </a:bodyPr>
          <a:lstStyle>
            <a:lvl1pPr indent="-396240" lvl="0" marL="457200" algn="l">
              <a:lnSpc>
                <a:spcPct val="95000"/>
              </a:lnSpc>
              <a:spcBef>
                <a:spcPts val="1200"/>
              </a:spcBef>
              <a:spcAft>
                <a:spcPts val="0"/>
              </a:spcAft>
              <a:buSzPts val="2640"/>
              <a:buChar char="•"/>
              <a:defRPr cap="none"/>
            </a:lvl1pPr>
            <a:lvl2pPr indent="-342900" lvl="1" marL="914400" algn="l">
              <a:lnSpc>
                <a:spcPct val="95000"/>
              </a:lnSpc>
              <a:spcBef>
                <a:spcPts val="600"/>
              </a:spcBef>
              <a:spcAft>
                <a:spcPts val="0"/>
              </a:spcAft>
              <a:buClr>
                <a:schemeClr val="dk2"/>
              </a:buClr>
              <a:buSzPts val="1800"/>
              <a:buChar char="–"/>
              <a:defRPr/>
            </a:lvl2pPr>
            <a:lvl3pPr indent="-331469" lvl="2" marL="1371600" algn="l">
              <a:lnSpc>
                <a:spcPct val="95000"/>
              </a:lnSpc>
              <a:spcBef>
                <a:spcPts val="600"/>
              </a:spcBef>
              <a:spcAft>
                <a:spcPts val="0"/>
              </a:spcAft>
              <a:buSzPts val="1620"/>
              <a:buChar char="•"/>
              <a:defRPr/>
            </a:lvl3pPr>
            <a:lvl4pPr indent="-342900" lvl="3" marL="1828800" algn="l">
              <a:lnSpc>
                <a:spcPct val="95000"/>
              </a:lnSpc>
              <a:spcBef>
                <a:spcPts val="600"/>
              </a:spcBef>
              <a:spcAft>
                <a:spcPts val="0"/>
              </a:spcAft>
              <a:buSzPts val="1800"/>
              <a:buChar char="–"/>
              <a:defRPr/>
            </a:lvl4pPr>
            <a:lvl5pPr indent="-314325" lvl="4" marL="2286000" algn="l">
              <a:lnSpc>
                <a:spcPct val="95000"/>
              </a:lnSpc>
              <a:spcBef>
                <a:spcPts val="6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411480" y="365760"/>
            <a:ext cx="10901984" cy="838942"/>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spTree>
      <p:nvGrpSpPr>
        <p:cNvPr id="38" name="Shape 38"/>
        <p:cNvGrpSpPr/>
        <p:nvPr/>
      </p:nvGrpSpPr>
      <p:grpSpPr>
        <a:xfrm>
          <a:off x="0" y="0"/>
          <a:ext cx="0" cy="0"/>
          <a:chOff x="0" y="0"/>
          <a:chExt cx="0" cy="0"/>
        </a:xfrm>
      </p:grpSpPr>
      <p:pic>
        <p:nvPicPr>
          <p:cNvPr id="39" name="Google Shape;39;p7"/>
          <p:cNvPicPr preferRelativeResize="0"/>
          <p:nvPr/>
        </p:nvPicPr>
        <p:blipFill rotWithShape="1">
          <a:blip r:embed="rId2">
            <a:alphaModFix/>
          </a:blip>
          <a:srcRect b="0" l="0" r="0" t="0"/>
          <a:stretch/>
        </p:blipFill>
        <p:spPr>
          <a:xfrm>
            <a:off x="0" y="-1"/>
            <a:ext cx="12189619" cy="6856661"/>
          </a:xfrm>
          <a:prstGeom prst="rect">
            <a:avLst/>
          </a:prstGeom>
          <a:noFill/>
          <a:ln>
            <a:noFill/>
          </a:ln>
        </p:spPr>
      </p:pic>
      <p:sp>
        <p:nvSpPr>
          <p:cNvPr id="40" name="Google Shape;40;p7"/>
          <p:cNvSpPr txBox="1"/>
          <p:nvPr>
            <p:ph type="ctrTitle"/>
          </p:nvPr>
        </p:nvSpPr>
        <p:spPr>
          <a:xfrm rot="-420000">
            <a:off x="1220659" y="2837935"/>
            <a:ext cx="5994960" cy="118213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1"/>
              </a:buClr>
              <a:buSzPts val="8000"/>
              <a:buFont typeface="Arial"/>
              <a:buNone/>
              <a:defRPr b="1" sz="80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7"/>
          <p:cNvSpPr txBox="1"/>
          <p:nvPr>
            <p:ph idx="1" type="body"/>
          </p:nvPr>
        </p:nvSpPr>
        <p:spPr>
          <a:xfrm rot="-420000">
            <a:off x="1421379" y="5040255"/>
            <a:ext cx="5910196" cy="627215"/>
          </a:xfrm>
          <a:prstGeom prst="rect">
            <a:avLst/>
          </a:prstGeom>
          <a:noFill/>
          <a:ln>
            <a:noFill/>
          </a:ln>
        </p:spPr>
        <p:txBody>
          <a:bodyPr anchorCtr="0" anchor="b" bIns="0" lIns="0" spcFirstLastPara="1" rIns="0" wrap="square" tIns="0">
            <a:noAutofit/>
          </a:bodyPr>
          <a:lstStyle>
            <a:lvl1pPr indent="-228600" lvl="0" marL="457200" algn="l">
              <a:lnSpc>
                <a:spcPct val="95000"/>
              </a:lnSpc>
              <a:spcBef>
                <a:spcPts val="1200"/>
              </a:spcBef>
              <a:spcAft>
                <a:spcPts val="0"/>
              </a:spcAft>
              <a:buSzPts val="2640"/>
              <a:buFont typeface="Arial"/>
              <a:buNone/>
              <a:defRPr b="1" i="1" sz="2400">
                <a:solidFill>
                  <a:schemeClr val="dk2"/>
                </a:solidFill>
                <a:latin typeface="Arial"/>
                <a:ea typeface="Arial"/>
                <a:cs typeface="Arial"/>
                <a:sym typeface="Arial"/>
              </a:defRPr>
            </a:lvl1pPr>
            <a:lvl2pPr indent="-342900" lvl="1" marL="914400" algn="l">
              <a:lnSpc>
                <a:spcPct val="95000"/>
              </a:lnSpc>
              <a:spcBef>
                <a:spcPts val="600"/>
              </a:spcBef>
              <a:spcAft>
                <a:spcPts val="0"/>
              </a:spcAft>
              <a:buClr>
                <a:schemeClr val="dk2"/>
              </a:buClr>
              <a:buSzPts val="1800"/>
              <a:buChar char="–"/>
              <a:defRPr/>
            </a:lvl2pPr>
            <a:lvl3pPr indent="-331469" lvl="2" marL="1371600" algn="l">
              <a:lnSpc>
                <a:spcPct val="95000"/>
              </a:lnSpc>
              <a:spcBef>
                <a:spcPts val="600"/>
              </a:spcBef>
              <a:spcAft>
                <a:spcPts val="0"/>
              </a:spcAft>
              <a:buSzPts val="1620"/>
              <a:buChar char="•"/>
              <a:defRPr/>
            </a:lvl3pPr>
            <a:lvl4pPr indent="-342900" lvl="3" marL="1828800" algn="l">
              <a:lnSpc>
                <a:spcPct val="95000"/>
              </a:lnSpc>
              <a:spcBef>
                <a:spcPts val="600"/>
              </a:spcBef>
              <a:spcAft>
                <a:spcPts val="0"/>
              </a:spcAft>
              <a:buSzPts val="1800"/>
              <a:buChar char="–"/>
              <a:defRPr/>
            </a:lvl4pPr>
            <a:lvl5pPr indent="-314325" lvl="4" marL="2286000" algn="l">
              <a:lnSpc>
                <a:spcPct val="95000"/>
              </a:lnSpc>
              <a:spcBef>
                <a:spcPts val="6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7"/>
          <p:cNvSpPr txBox="1"/>
          <p:nvPr>
            <p:ph idx="2" type="body"/>
          </p:nvPr>
        </p:nvSpPr>
        <p:spPr>
          <a:xfrm rot="-420000">
            <a:off x="1510117" y="5893038"/>
            <a:ext cx="3347025" cy="600327"/>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1200"/>
              </a:spcBef>
              <a:spcAft>
                <a:spcPts val="0"/>
              </a:spcAft>
              <a:buSzPts val="1980"/>
              <a:buNone/>
              <a:defRPr i="1" sz="1800"/>
            </a:lvl1pPr>
            <a:lvl2pPr indent="-228600" lvl="1" marL="914400" algn="l">
              <a:lnSpc>
                <a:spcPct val="95000"/>
              </a:lnSpc>
              <a:spcBef>
                <a:spcPts val="600"/>
              </a:spcBef>
              <a:spcAft>
                <a:spcPts val="0"/>
              </a:spcAft>
              <a:buClr>
                <a:schemeClr val="dk2"/>
              </a:buClr>
              <a:buSzPts val="1800"/>
              <a:buNone/>
              <a:defRPr/>
            </a:lvl2pPr>
            <a:lvl3pPr indent="-228600" lvl="2" marL="1371600" algn="l">
              <a:lnSpc>
                <a:spcPct val="95000"/>
              </a:lnSpc>
              <a:spcBef>
                <a:spcPts val="600"/>
              </a:spcBef>
              <a:spcAft>
                <a:spcPts val="0"/>
              </a:spcAft>
              <a:buSzPts val="1620"/>
              <a:buNone/>
              <a:defRPr/>
            </a:lvl3pPr>
            <a:lvl4pPr indent="-228600" lvl="3" marL="1828800" algn="l">
              <a:lnSpc>
                <a:spcPct val="95000"/>
              </a:lnSpc>
              <a:spcBef>
                <a:spcPts val="600"/>
              </a:spcBef>
              <a:spcAft>
                <a:spcPts val="0"/>
              </a:spcAft>
              <a:buSzPts val="1800"/>
              <a:buNone/>
              <a:defRPr/>
            </a:lvl4pPr>
            <a:lvl5pPr indent="-228600" lvl="4" marL="2286000" algn="l">
              <a:lnSpc>
                <a:spcPct val="95000"/>
              </a:lnSpc>
              <a:spcBef>
                <a:spcPts val="600"/>
              </a:spcBef>
              <a:spcAft>
                <a:spcPts val="0"/>
              </a:spcAft>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Subhead">
  <p:cSld name="Content with Subhead">
    <p:spTree>
      <p:nvGrpSpPr>
        <p:cNvPr id="43" name="Shape 43"/>
        <p:cNvGrpSpPr/>
        <p:nvPr/>
      </p:nvGrpSpPr>
      <p:grpSpPr>
        <a:xfrm>
          <a:off x="0" y="0"/>
          <a:ext cx="0" cy="0"/>
          <a:chOff x="0" y="0"/>
          <a:chExt cx="0" cy="0"/>
        </a:xfrm>
      </p:grpSpPr>
      <p:sp>
        <p:nvSpPr>
          <p:cNvPr id="44" name="Google Shape;44;p8"/>
          <p:cNvSpPr txBox="1"/>
          <p:nvPr>
            <p:ph type="title"/>
          </p:nvPr>
        </p:nvSpPr>
        <p:spPr>
          <a:xfrm>
            <a:off x="411480" y="276156"/>
            <a:ext cx="10901984" cy="73152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8"/>
          <p:cNvSpPr txBox="1"/>
          <p:nvPr>
            <p:ph idx="1" type="body"/>
          </p:nvPr>
        </p:nvSpPr>
        <p:spPr>
          <a:xfrm>
            <a:off x="411480" y="1063096"/>
            <a:ext cx="10902000" cy="329700"/>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1200"/>
              </a:spcBef>
              <a:spcAft>
                <a:spcPts val="0"/>
              </a:spcAft>
              <a:buSzPts val="2640"/>
              <a:buNone/>
              <a:defRPr b="0" sz="2400">
                <a:solidFill>
                  <a:schemeClr val="accent5"/>
                </a:solidFill>
              </a:defRPr>
            </a:lvl1pPr>
            <a:lvl2pPr indent="-228600" lvl="1" marL="914400" algn="l">
              <a:lnSpc>
                <a:spcPct val="95000"/>
              </a:lnSpc>
              <a:spcBef>
                <a:spcPts val="600"/>
              </a:spcBef>
              <a:spcAft>
                <a:spcPts val="0"/>
              </a:spcAft>
              <a:buClr>
                <a:schemeClr val="dk2"/>
              </a:buClr>
              <a:buSzPts val="2000"/>
              <a:buNone/>
              <a:defRPr b="1" sz="2000"/>
            </a:lvl2pPr>
            <a:lvl3pPr indent="-228600" lvl="2" marL="1371600" algn="l">
              <a:lnSpc>
                <a:spcPct val="95000"/>
              </a:lnSpc>
              <a:spcBef>
                <a:spcPts val="600"/>
              </a:spcBef>
              <a:spcAft>
                <a:spcPts val="0"/>
              </a:spcAft>
              <a:buSzPts val="1620"/>
              <a:buNone/>
              <a:defRPr b="1" sz="1800"/>
            </a:lvl3pPr>
            <a:lvl4pPr indent="-228600" lvl="3" marL="1828800" algn="l">
              <a:lnSpc>
                <a:spcPct val="95000"/>
              </a:lnSpc>
              <a:spcBef>
                <a:spcPts val="600"/>
              </a:spcBef>
              <a:spcAft>
                <a:spcPts val="0"/>
              </a:spcAft>
              <a:buSzPts val="1600"/>
              <a:buNone/>
              <a:defRPr b="1" sz="1600"/>
            </a:lvl4pPr>
            <a:lvl5pPr indent="-228600" lvl="4" marL="2286000" algn="l">
              <a:lnSpc>
                <a:spcPct val="95000"/>
              </a:lnSpc>
              <a:spcBef>
                <a:spcPts val="600"/>
              </a:spcBef>
              <a:spcAft>
                <a:spcPts val="0"/>
              </a:spcAft>
              <a:buSzPts val="12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8"/>
          <p:cNvSpPr txBox="1"/>
          <p:nvPr>
            <p:ph idx="2" type="body"/>
          </p:nvPr>
        </p:nvSpPr>
        <p:spPr>
          <a:xfrm>
            <a:off x="411480" y="1801367"/>
            <a:ext cx="10854000" cy="4142100"/>
          </a:xfrm>
          <a:prstGeom prst="rect">
            <a:avLst/>
          </a:prstGeom>
          <a:noFill/>
          <a:ln>
            <a:noFill/>
          </a:ln>
        </p:spPr>
        <p:txBody>
          <a:bodyPr anchorCtr="0" anchor="t" bIns="0" lIns="0" spcFirstLastPara="1" rIns="0" wrap="square" tIns="0">
            <a:noAutofit/>
          </a:bodyPr>
          <a:lstStyle>
            <a:lvl1pPr indent="-396240" lvl="0" marL="457200" algn="l">
              <a:lnSpc>
                <a:spcPct val="95000"/>
              </a:lnSpc>
              <a:spcBef>
                <a:spcPts val="1200"/>
              </a:spcBef>
              <a:spcAft>
                <a:spcPts val="0"/>
              </a:spcAft>
              <a:buSzPts val="2640"/>
              <a:buChar char="•"/>
              <a:defRPr cap="none"/>
            </a:lvl1pPr>
            <a:lvl2pPr indent="-342900" lvl="1" marL="914400" algn="l">
              <a:lnSpc>
                <a:spcPct val="95000"/>
              </a:lnSpc>
              <a:spcBef>
                <a:spcPts val="600"/>
              </a:spcBef>
              <a:spcAft>
                <a:spcPts val="0"/>
              </a:spcAft>
              <a:buClr>
                <a:schemeClr val="dk2"/>
              </a:buClr>
              <a:buSzPts val="1800"/>
              <a:buChar char="–"/>
              <a:defRPr/>
            </a:lvl2pPr>
            <a:lvl3pPr indent="-331469" lvl="2" marL="1371600" algn="l">
              <a:lnSpc>
                <a:spcPct val="95000"/>
              </a:lnSpc>
              <a:spcBef>
                <a:spcPts val="600"/>
              </a:spcBef>
              <a:spcAft>
                <a:spcPts val="0"/>
              </a:spcAft>
              <a:buSzPts val="1620"/>
              <a:buChar char="•"/>
              <a:defRPr/>
            </a:lvl3pPr>
            <a:lvl4pPr indent="-342900" lvl="3" marL="1828800" algn="l">
              <a:lnSpc>
                <a:spcPct val="95000"/>
              </a:lnSpc>
              <a:spcBef>
                <a:spcPts val="600"/>
              </a:spcBef>
              <a:spcAft>
                <a:spcPts val="0"/>
              </a:spcAft>
              <a:buSzPts val="1800"/>
              <a:buChar char="–"/>
              <a:defRPr/>
            </a:lvl4pPr>
            <a:lvl5pPr indent="-314325" lvl="4" marL="2286000" algn="l">
              <a:lnSpc>
                <a:spcPct val="95000"/>
              </a:lnSpc>
              <a:spcBef>
                <a:spcPts val="6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7" name="Shape 47"/>
        <p:cNvGrpSpPr/>
        <p:nvPr/>
      </p:nvGrpSpPr>
      <p:grpSpPr>
        <a:xfrm>
          <a:off x="0" y="0"/>
          <a:ext cx="0" cy="0"/>
          <a:chOff x="0" y="0"/>
          <a:chExt cx="0" cy="0"/>
        </a:xfrm>
      </p:grpSpPr>
      <p:sp>
        <p:nvSpPr>
          <p:cNvPr id="48" name="Google Shape;48;p9"/>
          <p:cNvSpPr txBox="1"/>
          <p:nvPr>
            <p:ph type="title"/>
          </p:nvPr>
        </p:nvSpPr>
        <p:spPr>
          <a:xfrm>
            <a:off x="411480" y="365760"/>
            <a:ext cx="10901984" cy="838942"/>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9"/>
          <p:cNvSpPr txBox="1"/>
          <p:nvPr>
            <p:ph idx="1" type="body"/>
          </p:nvPr>
        </p:nvSpPr>
        <p:spPr>
          <a:xfrm>
            <a:off x="411480" y="2211185"/>
            <a:ext cx="5404104" cy="4023360"/>
          </a:xfrm>
          <a:prstGeom prst="rect">
            <a:avLst/>
          </a:prstGeom>
          <a:noFill/>
          <a:ln>
            <a:noFill/>
          </a:ln>
        </p:spPr>
        <p:txBody>
          <a:bodyPr anchorCtr="0" anchor="t" bIns="0" lIns="0" spcFirstLastPara="1" rIns="0" wrap="square" tIns="0">
            <a:noAutofit/>
          </a:bodyPr>
          <a:lstStyle>
            <a:lvl1pPr indent="-396240" lvl="0" marL="457200" algn="l">
              <a:lnSpc>
                <a:spcPct val="95000"/>
              </a:lnSpc>
              <a:spcBef>
                <a:spcPts val="1200"/>
              </a:spcBef>
              <a:spcAft>
                <a:spcPts val="0"/>
              </a:spcAft>
              <a:buSzPts val="2640"/>
              <a:buChar char="•"/>
              <a:defRPr cap="none"/>
            </a:lvl1pPr>
            <a:lvl2pPr indent="-342900" lvl="1" marL="914400" algn="l">
              <a:lnSpc>
                <a:spcPct val="95000"/>
              </a:lnSpc>
              <a:spcBef>
                <a:spcPts val="600"/>
              </a:spcBef>
              <a:spcAft>
                <a:spcPts val="0"/>
              </a:spcAft>
              <a:buClr>
                <a:schemeClr val="dk2"/>
              </a:buClr>
              <a:buSzPts val="1800"/>
              <a:buChar char="–"/>
              <a:defRPr/>
            </a:lvl2pPr>
            <a:lvl3pPr indent="-331469" lvl="2" marL="1371600" algn="l">
              <a:lnSpc>
                <a:spcPct val="95000"/>
              </a:lnSpc>
              <a:spcBef>
                <a:spcPts val="600"/>
              </a:spcBef>
              <a:spcAft>
                <a:spcPts val="0"/>
              </a:spcAft>
              <a:buSzPts val="1620"/>
              <a:buChar char="•"/>
              <a:defRPr/>
            </a:lvl3pPr>
            <a:lvl4pPr indent="-342900" lvl="3" marL="1828800" algn="l">
              <a:lnSpc>
                <a:spcPct val="95000"/>
              </a:lnSpc>
              <a:spcBef>
                <a:spcPts val="600"/>
              </a:spcBef>
              <a:spcAft>
                <a:spcPts val="0"/>
              </a:spcAft>
              <a:buSzPts val="1800"/>
              <a:buChar char="–"/>
              <a:defRPr/>
            </a:lvl4pPr>
            <a:lvl5pPr indent="-314325" lvl="4" marL="2286000" algn="l">
              <a:lnSpc>
                <a:spcPct val="95000"/>
              </a:lnSpc>
              <a:spcBef>
                <a:spcPts val="6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9"/>
          <p:cNvSpPr txBox="1"/>
          <p:nvPr>
            <p:ph idx="2" type="body"/>
          </p:nvPr>
        </p:nvSpPr>
        <p:spPr>
          <a:xfrm>
            <a:off x="6402308" y="2211185"/>
            <a:ext cx="5404104" cy="4023360"/>
          </a:xfrm>
          <a:prstGeom prst="rect">
            <a:avLst/>
          </a:prstGeom>
          <a:noFill/>
          <a:ln>
            <a:noFill/>
          </a:ln>
        </p:spPr>
        <p:txBody>
          <a:bodyPr anchorCtr="0" anchor="t" bIns="0" lIns="0" spcFirstLastPara="1" rIns="0" wrap="square" tIns="0">
            <a:noAutofit/>
          </a:bodyPr>
          <a:lstStyle>
            <a:lvl1pPr indent="-396240" lvl="0" marL="457200" algn="l">
              <a:lnSpc>
                <a:spcPct val="95000"/>
              </a:lnSpc>
              <a:spcBef>
                <a:spcPts val="1200"/>
              </a:spcBef>
              <a:spcAft>
                <a:spcPts val="0"/>
              </a:spcAft>
              <a:buSzPts val="2640"/>
              <a:buChar char="•"/>
              <a:defRPr cap="none"/>
            </a:lvl1pPr>
            <a:lvl2pPr indent="-342900" lvl="1" marL="914400" algn="l">
              <a:lnSpc>
                <a:spcPct val="95000"/>
              </a:lnSpc>
              <a:spcBef>
                <a:spcPts val="600"/>
              </a:spcBef>
              <a:spcAft>
                <a:spcPts val="0"/>
              </a:spcAft>
              <a:buClr>
                <a:schemeClr val="dk2"/>
              </a:buClr>
              <a:buSzPts val="1800"/>
              <a:buChar char="–"/>
              <a:defRPr/>
            </a:lvl2pPr>
            <a:lvl3pPr indent="-331469" lvl="2" marL="1371600" algn="l">
              <a:lnSpc>
                <a:spcPct val="95000"/>
              </a:lnSpc>
              <a:spcBef>
                <a:spcPts val="600"/>
              </a:spcBef>
              <a:spcAft>
                <a:spcPts val="0"/>
              </a:spcAft>
              <a:buSzPts val="1620"/>
              <a:buChar char="•"/>
              <a:defRPr/>
            </a:lvl3pPr>
            <a:lvl4pPr indent="-342900" lvl="3" marL="1828800" algn="l">
              <a:lnSpc>
                <a:spcPct val="95000"/>
              </a:lnSpc>
              <a:spcBef>
                <a:spcPts val="600"/>
              </a:spcBef>
              <a:spcAft>
                <a:spcPts val="0"/>
              </a:spcAft>
              <a:buSzPts val="1800"/>
              <a:buChar char="–"/>
              <a:defRPr/>
            </a:lvl4pPr>
            <a:lvl5pPr indent="-314325" lvl="4" marL="2286000" algn="l">
              <a:lnSpc>
                <a:spcPct val="95000"/>
              </a:lnSpc>
              <a:spcBef>
                <a:spcPts val="6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9"/>
          <p:cNvSpPr txBox="1"/>
          <p:nvPr>
            <p:ph idx="3" type="body"/>
          </p:nvPr>
        </p:nvSpPr>
        <p:spPr>
          <a:xfrm>
            <a:off x="411480" y="1665720"/>
            <a:ext cx="5404104" cy="457200"/>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1200"/>
              </a:spcBef>
              <a:spcAft>
                <a:spcPts val="0"/>
              </a:spcAft>
              <a:buSzPts val="2640"/>
              <a:buNone/>
              <a:defRPr b="1" sz="2400">
                <a:solidFill>
                  <a:schemeClr val="accent1"/>
                </a:solidFill>
              </a:defRPr>
            </a:lvl1pPr>
            <a:lvl2pPr indent="-228600" lvl="1" marL="914400" algn="l">
              <a:lnSpc>
                <a:spcPct val="95000"/>
              </a:lnSpc>
              <a:spcBef>
                <a:spcPts val="600"/>
              </a:spcBef>
              <a:spcAft>
                <a:spcPts val="0"/>
              </a:spcAft>
              <a:buClr>
                <a:schemeClr val="dk2"/>
              </a:buClr>
              <a:buSzPts val="2000"/>
              <a:buNone/>
              <a:defRPr b="1" sz="2000"/>
            </a:lvl2pPr>
            <a:lvl3pPr indent="-228600" lvl="2" marL="1371600" algn="l">
              <a:lnSpc>
                <a:spcPct val="95000"/>
              </a:lnSpc>
              <a:spcBef>
                <a:spcPts val="600"/>
              </a:spcBef>
              <a:spcAft>
                <a:spcPts val="0"/>
              </a:spcAft>
              <a:buSzPts val="1620"/>
              <a:buNone/>
              <a:defRPr b="1" sz="1800"/>
            </a:lvl3pPr>
            <a:lvl4pPr indent="-228600" lvl="3" marL="1828800" algn="l">
              <a:lnSpc>
                <a:spcPct val="95000"/>
              </a:lnSpc>
              <a:spcBef>
                <a:spcPts val="600"/>
              </a:spcBef>
              <a:spcAft>
                <a:spcPts val="0"/>
              </a:spcAft>
              <a:buSzPts val="1600"/>
              <a:buNone/>
              <a:defRPr b="1" sz="1600"/>
            </a:lvl4pPr>
            <a:lvl5pPr indent="-228600" lvl="4" marL="2286000" algn="l">
              <a:lnSpc>
                <a:spcPct val="95000"/>
              </a:lnSpc>
              <a:spcBef>
                <a:spcPts val="600"/>
              </a:spcBef>
              <a:spcAft>
                <a:spcPts val="0"/>
              </a:spcAft>
              <a:buSzPts val="12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9"/>
          <p:cNvSpPr txBox="1"/>
          <p:nvPr>
            <p:ph idx="4" type="body"/>
          </p:nvPr>
        </p:nvSpPr>
        <p:spPr>
          <a:xfrm>
            <a:off x="6402308" y="1665720"/>
            <a:ext cx="5404104" cy="457200"/>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1200"/>
              </a:spcBef>
              <a:spcAft>
                <a:spcPts val="0"/>
              </a:spcAft>
              <a:buSzPts val="2640"/>
              <a:buNone/>
              <a:defRPr b="1" sz="2400">
                <a:solidFill>
                  <a:schemeClr val="accent1"/>
                </a:solidFill>
              </a:defRPr>
            </a:lvl1pPr>
            <a:lvl2pPr indent="-228600" lvl="1" marL="914400" algn="l">
              <a:lnSpc>
                <a:spcPct val="95000"/>
              </a:lnSpc>
              <a:spcBef>
                <a:spcPts val="600"/>
              </a:spcBef>
              <a:spcAft>
                <a:spcPts val="0"/>
              </a:spcAft>
              <a:buClr>
                <a:schemeClr val="dk2"/>
              </a:buClr>
              <a:buSzPts val="2000"/>
              <a:buNone/>
              <a:defRPr b="1" sz="2000"/>
            </a:lvl2pPr>
            <a:lvl3pPr indent="-228600" lvl="2" marL="1371600" algn="l">
              <a:lnSpc>
                <a:spcPct val="95000"/>
              </a:lnSpc>
              <a:spcBef>
                <a:spcPts val="600"/>
              </a:spcBef>
              <a:spcAft>
                <a:spcPts val="0"/>
              </a:spcAft>
              <a:buSzPts val="1620"/>
              <a:buNone/>
              <a:defRPr b="1" sz="1800"/>
            </a:lvl3pPr>
            <a:lvl4pPr indent="-228600" lvl="3" marL="1828800" algn="l">
              <a:lnSpc>
                <a:spcPct val="95000"/>
              </a:lnSpc>
              <a:spcBef>
                <a:spcPts val="600"/>
              </a:spcBef>
              <a:spcAft>
                <a:spcPts val="0"/>
              </a:spcAft>
              <a:buSzPts val="1600"/>
              <a:buNone/>
              <a:defRPr b="1" sz="1600"/>
            </a:lvl4pPr>
            <a:lvl5pPr indent="-228600" lvl="4" marL="2286000" algn="l">
              <a:lnSpc>
                <a:spcPct val="95000"/>
              </a:lnSpc>
              <a:spcBef>
                <a:spcPts val="600"/>
              </a:spcBef>
              <a:spcAft>
                <a:spcPts val="0"/>
              </a:spcAft>
              <a:buSzPts val="12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9601199" y="6549081"/>
            <a:ext cx="2587625" cy="308919"/>
          </a:xfrm>
          <a:prstGeom prst="triangle">
            <a:avLst>
              <a:gd fmla="val 100000" name="adj"/>
            </a:avLst>
          </a:prstGeom>
          <a:solidFill>
            <a:schemeClr val="accent1"/>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11" name="Google Shape;11;p1"/>
          <p:cNvSpPr txBox="1"/>
          <p:nvPr>
            <p:ph type="title"/>
          </p:nvPr>
        </p:nvSpPr>
        <p:spPr>
          <a:xfrm>
            <a:off x="411480" y="365760"/>
            <a:ext cx="10901984" cy="838942"/>
          </a:xfrm>
          <a:prstGeom prst="rect">
            <a:avLst/>
          </a:prstGeom>
          <a:noFill/>
          <a:ln>
            <a:noFill/>
          </a:ln>
        </p:spPr>
        <p:txBody>
          <a:bodyPr anchorCtr="0" anchor="b" bIns="0" lIns="0" spcFirstLastPara="1" rIns="0" wrap="square" tIns="0">
            <a:noAutofit/>
          </a:bodyPr>
          <a:lstStyle>
            <a:lvl1pPr lvl="0" marR="0" rtl="0" algn="l">
              <a:lnSpc>
                <a:spcPct val="90000"/>
              </a:lnSpc>
              <a:spcBef>
                <a:spcPts val="0"/>
              </a:spcBef>
              <a:spcAft>
                <a:spcPts val="0"/>
              </a:spcAft>
              <a:buClr>
                <a:schemeClr val="accent1"/>
              </a:buClr>
              <a:buSzPts val="3200"/>
              <a:buFont typeface="Arial"/>
              <a:buNone/>
              <a:defRPr b="0" i="0" sz="3200" u="none" cap="none" strike="noStrike">
                <a:solidFill>
                  <a:schemeClr val="accen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1"/>
          <p:cNvSpPr txBox="1"/>
          <p:nvPr>
            <p:ph idx="1" type="body"/>
          </p:nvPr>
        </p:nvSpPr>
        <p:spPr>
          <a:xfrm>
            <a:off x="411480" y="1799556"/>
            <a:ext cx="10853420" cy="4142039"/>
          </a:xfrm>
          <a:prstGeom prst="rect">
            <a:avLst/>
          </a:prstGeom>
          <a:noFill/>
          <a:ln>
            <a:noFill/>
          </a:ln>
        </p:spPr>
        <p:txBody>
          <a:bodyPr anchorCtr="0" anchor="t" bIns="0" lIns="0" spcFirstLastPara="1" rIns="0" wrap="square" tIns="0">
            <a:noAutofit/>
          </a:bodyPr>
          <a:lstStyle>
            <a:lvl1pPr indent="-396240" lvl="0" marL="457200" marR="0" rtl="0" algn="l">
              <a:lnSpc>
                <a:spcPct val="95000"/>
              </a:lnSpc>
              <a:spcBef>
                <a:spcPts val="1200"/>
              </a:spcBef>
              <a:spcAft>
                <a:spcPts val="0"/>
              </a:spcAft>
              <a:buClr>
                <a:schemeClr val="accent1"/>
              </a:buClr>
              <a:buSzPts val="2640"/>
              <a:buFont typeface="Arial"/>
              <a:buChar char="•"/>
              <a:defRPr b="0" i="0" sz="2400" u="none" cap="none" strike="noStrike">
                <a:solidFill>
                  <a:schemeClr val="dk2"/>
                </a:solidFill>
                <a:latin typeface="Arial"/>
                <a:ea typeface="Arial"/>
                <a:cs typeface="Arial"/>
                <a:sym typeface="Arial"/>
              </a:defRPr>
            </a:lvl1pPr>
            <a:lvl2pPr indent="-342900" lvl="1" marL="914400" marR="0" rtl="0" algn="l">
              <a:lnSpc>
                <a:spcPct val="95000"/>
              </a:lnSpc>
              <a:spcBef>
                <a:spcPts val="60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2pPr>
            <a:lvl3pPr indent="-331469" lvl="2" marL="1371600" marR="0" rtl="0" algn="l">
              <a:lnSpc>
                <a:spcPct val="95000"/>
              </a:lnSpc>
              <a:spcBef>
                <a:spcPts val="600"/>
              </a:spcBef>
              <a:spcAft>
                <a:spcPts val="0"/>
              </a:spcAft>
              <a:buClr>
                <a:schemeClr val="dk2"/>
              </a:buClr>
              <a:buSzPts val="1620"/>
              <a:buFont typeface="Arial"/>
              <a:buChar char="•"/>
              <a:defRPr b="0" i="0" sz="1800" u="none" cap="none" strike="noStrike">
                <a:solidFill>
                  <a:schemeClr val="dk2"/>
                </a:solidFill>
                <a:latin typeface="Arial"/>
                <a:ea typeface="Arial"/>
                <a:cs typeface="Arial"/>
                <a:sym typeface="Arial"/>
              </a:defRPr>
            </a:lvl3pPr>
            <a:lvl4pPr indent="-342900" lvl="3" marL="1828800" marR="0" rtl="0" algn="l">
              <a:lnSpc>
                <a:spcPct val="95000"/>
              </a:lnSpc>
              <a:spcBef>
                <a:spcPts val="60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4pPr>
            <a:lvl5pPr indent="-304800" lvl="4" marL="2286000" marR="0" rtl="0" algn="l">
              <a:lnSpc>
                <a:spcPct val="95000"/>
              </a:lnSpc>
              <a:spcBef>
                <a:spcPts val="600"/>
              </a:spcBef>
              <a:spcAft>
                <a:spcPts val="0"/>
              </a:spcAft>
              <a:buClr>
                <a:schemeClr val="dk2"/>
              </a:buClr>
              <a:buSzPts val="1200"/>
              <a:buFont typeface="Arial"/>
              <a:buChar char="•"/>
              <a:defRPr b="0" i="0" sz="1600" u="none" cap="none" strike="noStrike">
                <a:solidFill>
                  <a:schemeClr val="dk2"/>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3" name="Google Shape;13;p1"/>
          <p:cNvSpPr txBox="1"/>
          <p:nvPr/>
        </p:nvSpPr>
        <p:spPr>
          <a:xfrm>
            <a:off x="4266088" y="6629400"/>
            <a:ext cx="3656648" cy="2286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900"/>
              <a:buFont typeface="Arial"/>
              <a:buNone/>
            </a:pPr>
            <a:r>
              <a:rPr b="1" i="1" lang="en-US" sz="900" u="none" cap="none" strike="noStrike">
                <a:solidFill>
                  <a:srgbClr val="7C7385"/>
                </a:solidFill>
                <a:latin typeface="Arial"/>
                <a:ea typeface="Arial"/>
                <a:cs typeface="Arial"/>
                <a:sym typeface="Arial"/>
              </a:rPr>
              <a:t>© 2020 All Rights Reserved.</a:t>
            </a:r>
            <a:endParaRPr b="0" i="0" sz="1400" u="none" cap="none" strike="noStrike">
              <a:solidFill>
                <a:srgbClr val="000000"/>
              </a:solidFill>
              <a:latin typeface="Arial"/>
              <a:ea typeface="Arial"/>
              <a:cs typeface="Arial"/>
              <a:sym typeface="Arial"/>
            </a:endParaRPr>
          </a:p>
        </p:txBody>
      </p:sp>
      <p:sp>
        <p:nvSpPr>
          <p:cNvPr id="14" name="Google Shape;14;p1"/>
          <p:cNvSpPr txBox="1"/>
          <p:nvPr/>
        </p:nvSpPr>
        <p:spPr>
          <a:xfrm>
            <a:off x="11565347" y="6635781"/>
            <a:ext cx="472939" cy="166199"/>
          </a:xfrm>
          <a:prstGeom prst="rect">
            <a:avLst/>
          </a:prstGeom>
          <a:noFill/>
          <a:ln>
            <a:noFill/>
          </a:ln>
        </p:spPr>
        <p:txBody>
          <a:bodyPr anchorCtr="0" anchor="ctr" bIns="0" lIns="0" spcFirstLastPara="1" rIns="0" wrap="square" tIns="0">
            <a:noAutofit/>
          </a:bodyPr>
          <a:lstStyle/>
          <a:p>
            <a:pPr indent="0" lvl="0" marL="0" marR="0" rtl="0" algn="r">
              <a:lnSpc>
                <a:spcPct val="90000"/>
              </a:lnSpc>
              <a:spcBef>
                <a:spcPts val="0"/>
              </a:spcBef>
              <a:spcAft>
                <a:spcPts val="0"/>
              </a:spcAft>
              <a:buClr>
                <a:srgbClr val="000000"/>
              </a:buClr>
              <a:buSzPts val="1200"/>
              <a:buFont typeface="Arial"/>
              <a:buNone/>
            </a:pPr>
            <a:fld id="{00000000-1234-1234-1234-123412341234}" type="slidenum">
              <a:rPr b="1" i="0" lang="en-US" sz="1200" u="none" cap="none" strike="noStrike">
                <a:solidFill>
                  <a:schemeClr val="lt1"/>
                </a:solidFill>
                <a:latin typeface="Arial"/>
                <a:ea typeface="Arial"/>
                <a:cs typeface="Arial"/>
                <a:sym typeface="Arial"/>
              </a:rPr>
              <a:t>‹#›</a:t>
            </a:fld>
            <a:endParaRPr b="1" i="0" sz="1200" u="none" cap="none" strike="noStrike">
              <a:solidFill>
                <a:schemeClr val="lt1"/>
              </a:solidFill>
              <a:latin typeface="Arial"/>
              <a:ea typeface="Arial"/>
              <a:cs typeface="Arial"/>
              <a:sym typeface="Arial"/>
            </a:endParaRPr>
          </a:p>
        </p:txBody>
      </p:sp>
      <p:cxnSp>
        <p:nvCxnSpPr>
          <p:cNvPr id="15" name="Google Shape;15;p1"/>
          <p:cNvCxnSpPr/>
          <p:nvPr/>
        </p:nvCxnSpPr>
        <p:spPr>
          <a:xfrm>
            <a:off x="411480" y="1425610"/>
            <a:ext cx="11365992" cy="0"/>
          </a:xfrm>
          <a:prstGeom prst="straightConnector1">
            <a:avLst/>
          </a:prstGeom>
          <a:noFill/>
          <a:ln cap="flat" cmpd="sng" w="9525">
            <a:solidFill>
              <a:schemeClr val="dk2"/>
            </a:solidFill>
            <a:prstDash val="solid"/>
            <a:miter lim="800000"/>
            <a:headEnd len="sm" w="sm" type="none"/>
            <a:tailEnd len="sm" w="sm" type="none"/>
          </a:ln>
        </p:spPr>
      </p:cxnSp>
      <p:pic>
        <p:nvPicPr>
          <p:cNvPr id="16" name="Google Shape;16;p1"/>
          <p:cNvPicPr preferRelativeResize="0"/>
          <p:nvPr/>
        </p:nvPicPr>
        <p:blipFill rotWithShape="1">
          <a:blip r:embed="rId1">
            <a:alphaModFix/>
          </a:blip>
          <a:srcRect b="0" l="0" r="0" t="0"/>
          <a:stretch/>
        </p:blipFill>
        <p:spPr>
          <a:xfrm>
            <a:off x="411481" y="6418083"/>
            <a:ext cx="1611284" cy="34778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880">
          <p15:clr>
            <a:srgbClr val="F26B43"/>
          </p15:clr>
        </p15:guide>
        <p15:guide id="3" orient="horz" pos="864">
          <p15:clr>
            <a:srgbClr val="F26B43"/>
          </p15:clr>
        </p15:guide>
        <p15:guide id="4" orient="horz" pos="3888">
          <p15:clr>
            <a:srgbClr val="F26B43"/>
          </p15:clr>
        </p15:guide>
        <p15:guide id="5" pos="3839">
          <p15:clr>
            <a:srgbClr val="F26B43"/>
          </p15:clr>
        </p15:guide>
        <p15:guide id="6" pos="383">
          <p15:clr>
            <a:srgbClr val="F26B43"/>
          </p15:clr>
        </p15:guide>
        <p15:guide id="7" pos="7295">
          <p15:clr>
            <a:srgbClr val="F26B43"/>
          </p15:clr>
        </p15:guide>
        <p15:guide id="8" orient="horz" pos="57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hyperlink" Target="https://www.devopsdigest.com/the-state-of-database-deployments-in-application-delivery-2019"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services.google.com/fh/files/misc/state-of-devops-2019.pdf" TargetMode="Externa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services.google.com/fh/files/misc/state-of-devops-2019.pdf" TargetMode="Externa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image" Target="../media/image6.png"/><Relationship Id="rId7"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1"/>
          <p:cNvSpPr txBox="1"/>
          <p:nvPr>
            <p:ph type="ctrTitle"/>
          </p:nvPr>
        </p:nvSpPr>
        <p:spPr>
          <a:xfrm rot="-420000">
            <a:off x="1154813" y="2628555"/>
            <a:ext cx="8206939" cy="118213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lt1"/>
              </a:buClr>
              <a:buSzPts val="4800"/>
              <a:buFont typeface="Arial"/>
              <a:buNone/>
            </a:pPr>
            <a:r>
              <a:rPr lang="en-US"/>
              <a:t>Our DevOps Journey is Incomplete without Data</a:t>
            </a:r>
            <a:endParaRPr/>
          </a:p>
        </p:txBody>
      </p:sp>
      <p:sp>
        <p:nvSpPr>
          <p:cNvPr id="60" name="Google Shape;60;p11"/>
          <p:cNvSpPr txBox="1"/>
          <p:nvPr>
            <p:ph idx="1" type="body"/>
          </p:nvPr>
        </p:nvSpPr>
        <p:spPr>
          <a:xfrm rot="-420012">
            <a:off x="1421408" y="5099462"/>
            <a:ext cx="5910257" cy="627183"/>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SzPts val="2640"/>
              <a:buFont typeface="Arial"/>
              <a:buNone/>
            </a:pPr>
            <a:r>
              <a:rPr lang="en-US"/>
              <a:t>Data, Architecture &amp; Data Management Practices Need Love &amp; Attention </a:t>
            </a:r>
            <a:endParaRPr/>
          </a:p>
        </p:txBody>
      </p:sp>
      <p:sp>
        <p:nvSpPr>
          <p:cNvPr id="61" name="Google Shape;61;p11"/>
          <p:cNvSpPr txBox="1"/>
          <p:nvPr>
            <p:ph idx="2" type="body"/>
          </p:nvPr>
        </p:nvSpPr>
        <p:spPr>
          <a:xfrm rot="-420087">
            <a:off x="1545656" y="5943060"/>
            <a:ext cx="3347160" cy="60028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SzPts val="1980"/>
              <a:buNone/>
            </a:pPr>
            <a:r>
              <a:rPr lang="en-US"/>
              <a:t>BMK Lakshminarayanan</a:t>
            </a:r>
            <a:endParaRPr/>
          </a:p>
          <a:p>
            <a:pPr indent="0" lvl="0" marL="0" rtl="0" algn="l">
              <a:lnSpc>
                <a:spcPct val="95000"/>
              </a:lnSpc>
              <a:spcBef>
                <a:spcPts val="0"/>
              </a:spcBef>
              <a:spcAft>
                <a:spcPts val="0"/>
              </a:spcAft>
              <a:buSzPts val="1980"/>
              <a:buNone/>
            </a:pPr>
            <a:r>
              <a:t/>
            </a:r>
            <a:endParaRPr/>
          </a:p>
        </p:txBody>
      </p:sp>
      <p:sp>
        <p:nvSpPr>
          <p:cNvPr id="62" name="Google Shape;62;p11"/>
          <p:cNvSpPr/>
          <p:nvPr/>
        </p:nvSpPr>
        <p:spPr>
          <a:xfrm>
            <a:off x="7805575" y="988950"/>
            <a:ext cx="4252176" cy="211431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US" sz="2400">
                <a:solidFill>
                  <a:srgbClr val="002F6B"/>
                </a:solidFill>
                <a:latin typeface="Calibri"/>
                <a:ea typeface="Calibri"/>
                <a:cs typeface="Calibri"/>
                <a:sym typeface="Calibri"/>
              </a:rPr>
              <a:t>Data is the lifeblood of the system of the business</a:t>
            </a:r>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gtEl>
                                        <p:attrNameLst>
                                          <p:attrName>style.visibility</p:attrName>
                                        </p:attrNameLst>
                                      </p:cBhvr>
                                      <p:to>
                                        <p:strVal val="visible"/>
                                      </p:to>
                                    </p:set>
                                    <p:animEffect filter="fade" transition="in">
                                      <p:cBhvr>
                                        <p:cTn dur="1000"/>
                                        <p:tgtEl>
                                          <p:spTgt spid="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2"/>
          <p:cNvSpPr/>
          <p:nvPr/>
        </p:nvSpPr>
        <p:spPr>
          <a:xfrm>
            <a:off x="5229425" y="2504700"/>
            <a:ext cx="864900" cy="571500"/>
          </a:xfrm>
          <a:prstGeom prst="rect">
            <a:avLst/>
          </a:prstGeom>
          <a:solidFill>
            <a:schemeClr val="accent2"/>
          </a:solidFill>
          <a:ln cap="rnd" cmpd="sng" w="9525">
            <a:solidFill>
              <a:schemeClr val="dk1"/>
            </a:solidFill>
            <a:prstDash val="solid"/>
            <a:round/>
            <a:headEnd len="sm" w="sm" type="none"/>
            <a:tailEnd len="sm" w="sm" type="none"/>
          </a:ln>
          <a:effectLst>
            <a:outerShdw blurRad="57150" rotWithShape="0" algn="bl" dir="1800000" dist="66675">
              <a:srgbClr val="434343">
                <a:alpha val="5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8" name="Google Shape;68;p12"/>
          <p:cNvSpPr/>
          <p:nvPr/>
        </p:nvSpPr>
        <p:spPr>
          <a:xfrm>
            <a:off x="5229425" y="3379619"/>
            <a:ext cx="864900" cy="571500"/>
          </a:xfrm>
          <a:prstGeom prst="rect">
            <a:avLst/>
          </a:prstGeom>
          <a:solidFill>
            <a:schemeClr val="accent3"/>
          </a:solidFill>
          <a:ln cap="rnd" cmpd="sng" w="9525">
            <a:solidFill>
              <a:schemeClr val="dk1"/>
            </a:solidFill>
            <a:prstDash val="solid"/>
            <a:round/>
            <a:headEnd len="sm" w="sm" type="none"/>
            <a:tailEnd len="sm" w="sm" type="none"/>
          </a:ln>
          <a:effectLst>
            <a:outerShdw blurRad="57150" rotWithShape="0" algn="bl" dir="1800000" dist="66675">
              <a:srgbClr val="434343">
                <a:alpha val="5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9" name="Google Shape;69;p12"/>
          <p:cNvSpPr/>
          <p:nvPr/>
        </p:nvSpPr>
        <p:spPr>
          <a:xfrm>
            <a:off x="5229425" y="5066263"/>
            <a:ext cx="864900" cy="571500"/>
          </a:xfrm>
          <a:prstGeom prst="rect">
            <a:avLst/>
          </a:prstGeom>
          <a:solidFill>
            <a:schemeClr val="accent4"/>
          </a:solidFill>
          <a:ln cap="rnd" cmpd="sng" w="9525">
            <a:solidFill>
              <a:schemeClr val="dk1"/>
            </a:solidFill>
            <a:prstDash val="solid"/>
            <a:round/>
            <a:headEnd len="sm" w="sm" type="none"/>
            <a:tailEnd len="sm" w="sm" type="none"/>
          </a:ln>
          <a:effectLst>
            <a:outerShdw blurRad="57150" rotWithShape="0" algn="bl" dir="1800000" dist="66675">
              <a:srgbClr val="434343">
                <a:alpha val="5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 name="Google Shape;70;p12"/>
          <p:cNvSpPr/>
          <p:nvPr/>
        </p:nvSpPr>
        <p:spPr>
          <a:xfrm>
            <a:off x="5229425" y="4254557"/>
            <a:ext cx="864900" cy="571500"/>
          </a:xfrm>
          <a:prstGeom prst="rect">
            <a:avLst/>
          </a:prstGeom>
          <a:solidFill>
            <a:schemeClr val="accent5"/>
          </a:solidFill>
          <a:ln cap="rnd" cmpd="sng" w="9525">
            <a:solidFill>
              <a:schemeClr val="dk1"/>
            </a:solidFill>
            <a:prstDash val="solid"/>
            <a:round/>
            <a:headEnd len="sm" w="sm" type="none"/>
            <a:tailEnd len="sm" w="sm" type="none"/>
          </a:ln>
          <a:effectLst>
            <a:outerShdw blurRad="57150" rotWithShape="0" algn="bl" dir="1800000" dist="66675">
              <a:srgbClr val="434343">
                <a:alpha val="5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71" name="Google Shape;71;p12"/>
          <p:cNvGrpSpPr/>
          <p:nvPr/>
        </p:nvGrpSpPr>
        <p:grpSpPr>
          <a:xfrm>
            <a:off x="379450" y="1604275"/>
            <a:ext cx="3896404" cy="622512"/>
            <a:chOff x="379450" y="1604275"/>
            <a:chExt cx="3896404" cy="622512"/>
          </a:xfrm>
        </p:grpSpPr>
        <p:sp>
          <p:nvSpPr>
            <p:cNvPr id="72" name="Google Shape;72;p12"/>
            <p:cNvSpPr/>
            <p:nvPr/>
          </p:nvSpPr>
          <p:spPr>
            <a:xfrm>
              <a:off x="3126950" y="1604275"/>
              <a:ext cx="1148904" cy="622512"/>
            </a:xfrm>
            <a:prstGeom prst="flowChartTerminator">
              <a:avLst/>
            </a:prstGeom>
            <a:solidFill>
              <a:schemeClr val="accent1"/>
            </a:solidFill>
            <a:ln cap="flat" cmpd="sng" w="9525">
              <a:solidFill>
                <a:schemeClr val="accen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7E9F0"/>
                </a:solidFill>
              </a:endParaRPr>
            </a:p>
          </p:txBody>
        </p:sp>
        <p:sp>
          <p:nvSpPr>
            <p:cNvPr id="73" name="Google Shape;73;p12"/>
            <p:cNvSpPr/>
            <p:nvPr/>
          </p:nvSpPr>
          <p:spPr>
            <a:xfrm>
              <a:off x="379450" y="1604275"/>
              <a:ext cx="3197700" cy="622500"/>
            </a:xfrm>
            <a:prstGeom prst="rect">
              <a:avLst/>
            </a:prstGeom>
            <a:solidFill>
              <a:schemeClr val="accent1"/>
            </a:soli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lang="en-US" sz="2300">
                  <a:solidFill>
                    <a:srgbClr val="E7E9F0"/>
                  </a:solidFill>
                </a:rPr>
                <a:t>Problem Context</a:t>
              </a:r>
              <a:endParaRPr b="1" i="0" sz="2300" u="none" cap="none" strike="noStrike">
                <a:solidFill>
                  <a:srgbClr val="E7E9F0"/>
                </a:solidFill>
              </a:endParaRPr>
            </a:p>
          </p:txBody>
        </p:sp>
      </p:grpSp>
      <p:grpSp>
        <p:nvGrpSpPr>
          <p:cNvPr id="74" name="Google Shape;74;p12"/>
          <p:cNvGrpSpPr/>
          <p:nvPr/>
        </p:nvGrpSpPr>
        <p:grpSpPr>
          <a:xfrm>
            <a:off x="379450" y="2479200"/>
            <a:ext cx="3896404" cy="622512"/>
            <a:chOff x="379450" y="1604275"/>
            <a:chExt cx="3896404" cy="622512"/>
          </a:xfrm>
        </p:grpSpPr>
        <p:sp>
          <p:nvSpPr>
            <p:cNvPr id="75" name="Google Shape;75;p12"/>
            <p:cNvSpPr/>
            <p:nvPr/>
          </p:nvSpPr>
          <p:spPr>
            <a:xfrm>
              <a:off x="3126950" y="1604275"/>
              <a:ext cx="1148904" cy="622512"/>
            </a:xfrm>
            <a:prstGeom prst="flowChartTerminator">
              <a:avLst/>
            </a:prstGeom>
            <a:solidFill>
              <a:schemeClr val="accent2"/>
            </a:solidFill>
            <a:ln cap="flat" cmpd="sng" w="9525">
              <a:solidFill>
                <a:schemeClr val="accent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7E9F0"/>
                </a:solidFill>
              </a:endParaRPr>
            </a:p>
          </p:txBody>
        </p:sp>
        <p:sp>
          <p:nvSpPr>
            <p:cNvPr id="76" name="Google Shape;76;p12"/>
            <p:cNvSpPr/>
            <p:nvPr/>
          </p:nvSpPr>
          <p:spPr>
            <a:xfrm>
              <a:off x="379450" y="1604275"/>
              <a:ext cx="3197700" cy="622500"/>
            </a:xfrm>
            <a:prstGeom prst="rect">
              <a:avLst/>
            </a:prstGeom>
            <a:solidFill>
              <a:schemeClr val="accent2"/>
            </a:soli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lang="en-US" sz="2300">
                  <a:solidFill>
                    <a:srgbClr val="E7E9F0"/>
                  </a:solidFill>
                </a:rPr>
                <a:t>Challenges</a:t>
              </a:r>
              <a:endParaRPr b="1" i="0" sz="2300" u="none" cap="none" strike="noStrike">
                <a:solidFill>
                  <a:srgbClr val="E7E9F0"/>
                </a:solidFill>
              </a:endParaRPr>
            </a:p>
          </p:txBody>
        </p:sp>
      </p:grpSp>
      <p:grpSp>
        <p:nvGrpSpPr>
          <p:cNvPr id="77" name="Google Shape;77;p12"/>
          <p:cNvGrpSpPr/>
          <p:nvPr/>
        </p:nvGrpSpPr>
        <p:grpSpPr>
          <a:xfrm>
            <a:off x="379450" y="3354125"/>
            <a:ext cx="3896404" cy="622512"/>
            <a:chOff x="379450" y="1604275"/>
            <a:chExt cx="3896404" cy="622512"/>
          </a:xfrm>
        </p:grpSpPr>
        <p:sp>
          <p:nvSpPr>
            <p:cNvPr id="78" name="Google Shape;78;p12"/>
            <p:cNvSpPr/>
            <p:nvPr/>
          </p:nvSpPr>
          <p:spPr>
            <a:xfrm>
              <a:off x="3126950" y="1604275"/>
              <a:ext cx="1148904" cy="622512"/>
            </a:xfrm>
            <a:prstGeom prst="flowChartTerminator">
              <a:avLst/>
            </a:prstGeom>
            <a:solidFill>
              <a:schemeClr val="accent3"/>
            </a:solidFill>
            <a:ln cap="flat" cmpd="sng" w="9525">
              <a:solidFill>
                <a:schemeClr val="accent3"/>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7E9F0"/>
                </a:solidFill>
              </a:endParaRPr>
            </a:p>
          </p:txBody>
        </p:sp>
        <p:sp>
          <p:nvSpPr>
            <p:cNvPr id="79" name="Google Shape;79;p12"/>
            <p:cNvSpPr/>
            <p:nvPr/>
          </p:nvSpPr>
          <p:spPr>
            <a:xfrm>
              <a:off x="379450" y="1604275"/>
              <a:ext cx="3197700" cy="622500"/>
            </a:xfrm>
            <a:prstGeom prst="rect">
              <a:avLst/>
            </a:prstGeom>
            <a:solidFill>
              <a:schemeClr val="accent3"/>
            </a:soli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lang="en-US" sz="2300">
                  <a:solidFill>
                    <a:srgbClr val="E7E9F0"/>
                  </a:solidFill>
                </a:rPr>
                <a:t>Solution Approach</a:t>
              </a:r>
              <a:endParaRPr b="1" i="0" sz="2300" u="none" cap="none" strike="noStrike">
                <a:solidFill>
                  <a:srgbClr val="E7E9F0"/>
                </a:solidFill>
              </a:endParaRPr>
            </a:p>
          </p:txBody>
        </p:sp>
      </p:grpSp>
      <p:grpSp>
        <p:nvGrpSpPr>
          <p:cNvPr id="80" name="Google Shape;80;p12"/>
          <p:cNvGrpSpPr/>
          <p:nvPr/>
        </p:nvGrpSpPr>
        <p:grpSpPr>
          <a:xfrm>
            <a:off x="379450" y="4229050"/>
            <a:ext cx="3896404" cy="622512"/>
            <a:chOff x="379450" y="1604275"/>
            <a:chExt cx="3896404" cy="622512"/>
          </a:xfrm>
        </p:grpSpPr>
        <p:sp>
          <p:nvSpPr>
            <p:cNvPr id="81" name="Google Shape;81;p12"/>
            <p:cNvSpPr/>
            <p:nvPr/>
          </p:nvSpPr>
          <p:spPr>
            <a:xfrm>
              <a:off x="3126950" y="1604275"/>
              <a:ext cx="1148904" cy="622512"/>
            </a:xfrm>
            <a:prstGeom prst="flowChartTerminator">
              <a:avLst/>
            </a:prstGeom>
            <a:solidFill>
              <a:schemeClr val="accent5"/>
            </a:solidFill>
            <a:ln cap="flat" cmpd="sng" w="9525">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7E9F0"/>
                </a:solidFill>
              </a:endParaRPr>
            </a:p>
          </p:txBody>
        </p:sp>
        <p:sp>
          <p:nvSpPr>
            <p:cNvPr id="82" name="Google Shape;82;p12"/>
            <p:cNvSpPr/>
            <p:nvPr/>
          </p:nvSpPr>
          <p:spPr>
            <a:xfrm>
              <a:off x="379450" y="1604275"/>
              <a:ext cx="3197700" cy="622500"/>
            </a:xfrm>
            <a:prstGeom prst="rect">
              <a:avLst/>
            </a:prstGeom>
            <a:solidFill>
              <a:schemeClr val="accent5"/>
            </a:solidFill>
            <a:ln cap="flat" cmpd="sng" w="9525">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lang="en-US" sz="2300">
                  <a:solidFill>
                    <a:srgbClr val="E7E9F0"/>
                  </a:solidFill>
                </a:rPr>
                <a:t>Recommendations</a:t>
              </a:r>
              <a:endParaRPr b="1" i="0" sz="2300" u="none" cap="none" strike="noStrike">
                <a:solidFill>
                  <a:srgbClr val="E7E9F0"/>
                </a:solidFill>
              </a:endParaRPr>
            </a:p>
          </p:txBody>
        </p:sp>
      </p:grpSp>
      <p:grpSp>
        <p:nvGrpSpPr>
          <p:cNvPr id="83" name="Google Shape;83;p12"/>
          <p:cNvGrpSpPr/>
          <p:nvPr/>
        </p:nvGrpSpPr>
        <p:grpSpPr>
          <a:xfrm>
            <a:off x="379450" y="5040775"/>
            <a:ext cx="3896404" cy="622512"/>
            <a:chOff x="379450" y="1604275"/>
            <a:chExt cx="3896404" cy="622512"/>
          </a:xfrm>
        </p:grpSpPr>
        <p:sp>
          <p:nvSpPr>
            <p:cNvPr id="84" name="Google Shape;84;p12"/>
            <p:cNvSpPr/>
            <p:nvPr/>
          </p:nvSpPr>
          <p:spPr>
            <a:xfrm>
              <a:off x="3126950" y="1604275"/>
              <a:ext cx="1148904" cy="622512"/>
            </a:xfrm>
            <a:prstGeom prst="flowChartTerminator">
              <a:avLst/>
            </a:prstGeom>
            <a:solidFill>
              <a:schemeClr val="accent4"/>
            </a:solidFill>
            <a:ln cap="flat" cmpd="sng" w="9525">
              <a:solidFill>
                <a:schemeClr val="accent4"/>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7E9F0"/>
                </a:solidFill>
              </a:endParaRPr>
            </a:p>
          </p:txBody>
        </p:sp>
        <p:sp>
          <p:nvSpPr>
            <p:cNvPr id="85" name="Google Shape;85;p12"/>
            <p:cNvSpPr/>
            <p:nvPr/>
          </p:nvSpPr>
          <p:spPr>
            <a:xfrm>
              <a:off x="379450" y="1604275"/>
              <a:ext cx="3434400" cy="622500"/>
            </a:xfrm>
            <a:prstGeom prst="rect">
              <a:avLst/>
            </a:prstGeom>
            <a:solidFill>
              <a:schemeClr val="accent4"/>
            </a:solidFill>
            <a:ln cap="flat" cmpd="sng" w="952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lang="en-US" sz="2300">
                  <a:solidFill>
                    <a:schemeClr val="dk1"/>
                  </a:solidFill>
                </a:rPr>
                <a:t>Remaining Challenges</a:t>
              </a:r>
              <a:endParaRPr b="1" i="0" sz="2300" u="none" cap="none" strike="noStrike">
                <a:solidFill>
                  <a:schemeClr val="dk1"/>
                </a:solidFill>
              </a:endParaRPr>
            </a:p>
          </p:txBody>
        </p:sp>
      </p:grpSp>
      <p:sp>
        <p:nvSpPr>
          <p:cNvPr id="86" name="Google Shape;86;p12"/>
          <p:cNvSpPr/>
          <p:nvPr/>
        </p:nvSpPr>
        <p:spPr>
          <a:xfrm>
            <a:off x="5229425" y="1629775"/>
            <a:ext cx="864900" cy="571500"/>
          </a:xfrm>
          <a:prstGeom prst="rect">
            <a:avLst/>
          </a:prstGeom>
          <a:solidFill>
            <a:schemeClr val="accent1"/>
          </a:solidFill>
          <a:ln cap="rnd" cmpd="sng" w="9525">
            <a:solidFill>
              <a:schemeClr val="dk1"/>
            </a:solidFill>
            <a:prstDash val="solid"/>
            <a:round/>
            <a:headEnd len="sm" w="sm" type="none"/>
            <a:tailEnd len="sm" w="sm" type="none"/>
          </a:ln>
          <a:effectLst>
            <a:outerShdw blurRad="57150" rotWithShape="0" algn="bl" dir="1800000" dist="66675">
              <a:srgbClr val="434343">
                <a:alpha val="5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7" name="Google Shape;87;p12"/>
          <p:cNvSpPr txBox="1"/>
          <p:nvPr/>
        </p:nvSpPr>
        <p:spPr>
          <a:xfrm>
            <a:off x="6508998" y="1661575"/>
            <a:ext cx="4305000" cy="5079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1400"/>
              <a:buFont typeface="Arial"/>
              <a:buNone/>
            </a:pPr>
            <a:r>
              <a:rPr b="1" lang="en-US" sz="1900">
                <a:solidFill>
                  <a:schemeClr val="dk1"/>
                </a:solidFill>
              </a:rPr>
              <a:t>Context, Statistics, Impact</a:t>
            </a:r>
            <a:endParaRPr b="1" i="0" sz="1900" u="none" cap="none" strike="noStrike">
              <a:solidFill>
                <a:schemeClr val="dk1"/>
              </a:solidFill>
            </a:endParaRPr>
          </a:p>
        </p:txBody>
      </p:sp>
      <p:sp>
        <p:nvSpPr>
          <p:cNvPr id="88" name="Google Shape;88;p12"/>
          <p:cNvSpPr txBox="1"/>
          <p:nvPr/>
        </p:nvSpPr>
        <p:spPr>
          <a:xfrm>
            <a:off x="6509000" y="2536500"/>
            <a:ext cx="4674000" cy="5079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1400"/>
              <a:buFont typeface="Arial"/>
              <a:buNone/>
            </a:pPr>
            <a:r>
              <a:rPr b="1" lang="en-US" sz="1900">
                <a:solidFill>
                  <a:schemeClr val="dk1"/>
                </a:solidFill>
              </a:rPr>
              <a:t>Ownership, Silo, Locking, Standards</a:t>
            </a:r>
            <a:endParaRPr b="1" i="0" sz="1900" u="none" cap="none" strike="noStrike">
              <a:solidFill>
                <a:schemeClr val="dk1"/>
              </a:solidFill>
            </a:endParaRPr>
          </a:p>
        </p:txBody>
      </p:sp>
      <p:sp>
        <p:nvSpPr>
          <p:cNvPr id="89" name="Google Shape;89;p12"/>
          <p:cNvSpPr txBox="1"/>
          <p:nvPr/>
        </p:nvSpPr>
        <p:spPr>
          <a:xfrm>
            <a:off x="6509000" y="3411425"/>
            <a:ext cx="4674000" cy="5079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1400"/>
              <a:buFont typeface="Arial"/>
              <a:buNone/>
            </a:pPr>
            <a:r>
              <a:rPr b="1" lang="en-US" sz="1900">
                <a:solidFill>
                  <a:schemeClr val="dk1"/>
                </a:solidFill>
              </a:rPr>
              <a:t>Conventions, Architecture, Refactor</a:t>
            </a:r>
            <a:endParaRPr b="1" i="0" sz="1900" u="none" cap="none" strike="noStrike">
              <a:solidFill>
                <a:schemeClr val="dk1"/>
              </a:solidFill>
            </a:endParaRPr>
          </a:p>
        </p:txBody>
      </p:sp>
      <p:sp>
        <p:nvSpPr>
          <p:cNvPr id="90" name="Google Shape;90;p12"/>
          <p:cNvSpPr txBox="1"/>
          <p:nvPr/>
        </p:nvSpPr>
        <p:spPr>
          <a:xfrm>
            <a:off x="6509000" y="4286350"/>
            <a:ext cx="4674000" cy="5079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1400"/>
              <a:buFont typeface="Arial"/>
              <a:buNone/>
            </a:pPr>
            <a:r>
              <a:rPr b="1" lang="en-US" sz="1900">
                <a:solidFill>
                  <a:schemeClr val="dk1"/>
                </a:solidFill>
              </a:rPr>
              <a:t>Useful Resources</a:t>
            </a:r>
            <a:endParaRPr b="1" i="0" sz="1900" u="none" cap="none" strike="noStrike">
              <a:solidFill>
                <a:schemeClr val="dk1"/>
              </a:solidFill>
            </a:endParaRPr>
          </a:p>
        </p:txBody>
      </p:sp>
      <p:sp>
        <p:nvSpPr>
          <p:cNvPr id="91" name="Google Shape;91;p12"/>
          <p:cNvSpPr txBox="1"/>
          <p:nvPr/>
        </p:nvSpPr>
        <p:spPr>
          <a:xfrm>
            <a:off x="6509000" y="5040775"/>
            <a:ext cx="4674000" cy="5079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1400"/>
              <a:buFont typeface="Arial"/>
              <a:buNone/>
            </a:pPr>
            <a:r>
              <a:rPr b="1" lang="en-US" sz="1900">
                <a:solidFill>
                  <a:schemeClr val="dk1"/>
                </a:solidFill>
              </a:rPr>
              <a:t>Call for Action</a:t>
            </a:r>
            <a:endParaRPr b="1" i="0" sz="1900" u="none" cap="none" strike="noStrike">
              <a:solidFill>
                <a:schemeClr val="dk1"/>
              </a:solidFill>
            </a:endParaRPr>
          </a:p>
        </p:txBody>
      </p:sp>
      <p:sp>
        <p:nvSpPr>
          <p:cNvPr id="92" name="Google Shape;92;p12"/>
          <p:cNvSpPr txBox="1"/>
          <p:nvPr>
            <p:ph type="title"/>
          </p:nvPr>
        </p:nvSpPr>
        <p:spPr>
          <a:xfrm>
            <a:off x="411480" y="365760"/>
            <a:ext cx="10902000" cy="838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accent1"/>
              </a:buClr>
              <a:buSzPts val="3200"/>
              <a:buFont typeface="Arial"/>
              <a:buNone/>
            </a:pPr>
            <a:r>
              <a:rPr lang="en-US"/>
              <a:t>Flow</a:t>
            </a:r>
            <a:endParaRPr/>
          </a:p>
        </p:txBody>
      </p:sp>
      <p:sp>
        <p:nvSpPr>
          <p:cNvPr id="93" name="Google Shape;93;p12"/>
          <p:cNvSpPr txBox="1"/>
          <p:nvPr/>
        </p:nvSpPr>
        <p:spPr>
          <a:xfrm>
            <a:off x="10146700" y="6172200"/>
            <a:ext cx="1855200" cy="2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@LBMKRISHNA</a:t>
            </a:r>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13"/>
          <p:cNvPicPr preferRelativeResize="0"/>
          <p:nvPr/>
        </p:nvPicPr>
        <p:blipFill>
          <a:blip r:embed="rId3">
            <a:alphaModFix/>
          </a:blip>
          <a:stretch>
            <a:fillRect/>
          </a:stretch>
        </p:blipFill>
        <p:spPr>
          <a:xfrm>
            <a:off x="251075" y="93200"/>
            <a:ext cx="11570350" cy="6222075"/>
          </a:xfrm>
          <a:prstGeom prst="rect">
            <a:avLst/>
          </a:prstGeom>
          <a:noFill/>
          <a:ln>
            <a:noFill/>
          </a:ln>
        </p:spPr>
      </p:pic>
      <p:pic>
        <p:nvPicPr>
          <p:cNvPr id="100" name="Google Shape;100;p13"/>
          <p:cNvPicPr preferRelativeResize="0"/>
          <p:nvPr/>
        </p:nvPicPr>
        <p:blipFill>
          <a:blip r:embed="rId4">
            <a:alphaModFix/>
          </a:blip>
          <a:stretch>
            <a:fillRect/>
          </a:stretch>
        </p:blipFill>
        <p:spPr>
          <a:xfrm>
            <a:off x="1721400" y="1682376"/>
            <a:ext cx="814626" cy="4484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4"/>
          <p:cNvSpPr txBox="1"/>
          <p:nvPr>
            <p:ph type="ctrTitle"/>
          </p:nvPr>
        </p:nvSpPr>
        <p:spPr>
          <a:xfrm>
            <a:off x="1143000" y="2385787"/>
            <a:ext cx="8829754" cy="118213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lt1"/>
              </a:buClr>
              <a:buSzPts val="4000"/>
              <a:buFont typeface="Arial"/>
              <a:buNone/>
            </a:pPr>
            <a:r>
              <a:rPr lang="en-US"/>
              <a:t>Context</a:t>
            </a:r>
            <a:endParaRPr/>
          </a:p>
        </p:txBody>
      </p:sp>
      <p:sp>
        <p:nvSpPr>
          <p:cNvPr id="107" name="Google Shape;107;p14"/>
          <p:cNvSpPr txBox="1"/>
          <p:nvPr>
            <p:ph idx="1" type="body"/>
          </p:nvPr>
        </p:nvSpPr>
        <p:spPr>
          <a:xfrm>
            <a:off x="1143000" y="3631577"/>
            <a:ext cx="8829754" cy="400094"/>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SzPts val="3080"/>
              <a:buFont typeface="Arial"/>
              <a:buNone/>
            </a:pPr>
            <a:r>
              <a:rPr lang="en-US"/>
              <a:t>Continuous Delivery, DevOps &amp; Data</a:t>
            </a:r>
            <a:endParaRPr/>
          </a:p>
        </p:txBody>
      </p:sp>
      <p:sp>
        <p:nvSpPr>
          <p:cNvPr id="108" name="Google Shape;108;p14"/>
          <p:cNvSpPr txBox="1"/>
          <p:nvPr>
            <p:ph idx="2" type="body"/>
          </p:nvPr>
        </p:nvSpPr>
        <p:spPr>
          <a:xfrm>
            <a:off x="1143000" y="1948758"/>
            <a:ext cx="8829900" cy="303300"/>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SzPts val="1980"/>
              <a:buFont typeface="Arial"/>
              <a:buNone/>
            </a:pPr>
            <a:r>
              <a:rPr lang="en-US"/>
              <a:t>Understanding Our Problem</a:t>
            </a:r>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5"/>
          <p:cNvSpPr txBox="1"/>
          <p:nvPr>
            <p:ph idx="1" type="body"/>
          </p:nvPr>
        </p:nvSpPr>
        <p:spPr>
          <a:xfrm>
            <a:off x="435775" y="1669352"/>
            <a:ext cx="10853400" cy="2890800"/>
          </a:xfrm>
          <a:prstGeom prst="rect">
            <a:avLst/>
          </a:prstGeom>
          <a:noFill/>
          <a:ln>
            <a:noFill/>
          </a:ln>
        </p:spPr>
        <p:txBody>
          <a:bodyPr anchorCtr="0" anchor="t" bIns="0" lIns="0" spcFirstLastPara="1" rIns="0" wrap="square" tIns="0">
            <a:noAutofit/>
          </a:bodyPr>
          <a:lstStyle/>
          <a:p>
            <a:pPr indent="-234950" lvl="0" marL="234950" rtl="0" algn="l">
              <a:lnSpc>
                <a:spcPct val="95000"/>
              </a:lnSpc>
              <a:spcBef>
                <a:spcPts val="0"/>
              </a:spcBef>
              <a:spcAft>
                <a:spcPts val="0"/>
              </a:spcAft>
              <a:buSzPts val="2640"/>
              <a:buChar char="•"/>
            </a:pPr>
            <a:r>
              <a:rPr lang="en-US"/>
              <a:t>Manual database deployments continue to be a Software delivery bottleneck</a:t>
            </a:r>
            <a:endParaRPr/>
          </a:p>
          <a:p>
            <a:pPr indent="-234950" lvl="0" marL="234950" rtl="0" algn="l">
              <a:lnSpc>
                <a:spcPct val="95000"/>
              </a:lnSpc>
              <a:spcBef>
                <a:spcPts val="1200"/>
              </a:spcBef>
              <a:spcAft>
                <a:spcPts val="0"/>
              </a:spcAft>
              <a:buSzPts val="2640"/>
              <a:buChar char="•"/>
            </a:pPr>
            <a:r>
              <a:rPr lang="en-US"/>
              <a:t>Speeding up database releases are most difficult</a:t>
            </a:r>
            <a:endParaRPr/>
          </a:p>
          <a:p>
            <a:pPr indent="-234950" lvl="0" marL="234950" rtl="0" algn="l">
              <a:lnSpc>
                <a:spcPct val="95000"/>
              </a:lnSpc>
              <a:spcBef>
                <a:spcPts val="1200"/>
              </a:spcBef>
              <a:spcAft>
                <a:spcPts val="0"/>
              </a:spcAft>
              <a:buSzPts val="2640"/>
              <a:buChar char="•"/>
            </a:pPr>
            <a:r>
              <a:rPr lang="en-US"/>
              <a:t>Neglecting the data in our DevOps, Continuous Delivery processes has significant “Business Impact”</a:t>
            </a:r>
            <a:endParaRPr/>
          </a:p>
          <a:p>
            <a:pPr indent="-234950" lvl="0" marL="234950" rtl="0" algn="l">
              <a:lnSpc>
                <a:spcPct val="95000"/>
              </a:lnSpc>
              <a:spcBef>
                <a:spcPts val="1200"/>
              </a:spcBef>
              <a:spcAft>
                <a:spcPts val="0"/>
              </a:spcAft>
              <a:buSzPts val="2640"/>
              <a:buChar char="•"/>
            </a:pPr>
            <a:r>
              <a:rPr lang="en-US"/>
              <a:t>Data issues continue to slow us down, trouble our efforts to continuously integrate, test &amp; deploy</a:t>
            </a:r>
            <a:endParaRPr/>
          </a:p>
          <a:p>
            <a:pPr indent="0" lvl="0" marL="457200" rtl="0" algn="l">
              <a:lnSpc>
                <a:spcPct val="95000"/>
              </a:lnSpc>
              <a:spcBef>
                <a:spcPts val="1200"/>
              </a:spcBef>
              <a:spcAft>
                <a:spcPts val="0"/>
              </a:spcAft>
              <a:buNone/>
            </a:pPr>
            <a:r>
              <a:t/>
            </a:r>
            <a:endParaRPr/>
          </a:p>
        </p:txBody>
      </p:sp>
      <p:sp>
        <p:nvSpPr>
          <p:cNvPr id="115" name="Google Shape;115;p15"/>
          <p:cNvSpPr txBox="1"/>
          <p:nvPr>
            <p:ph type="title"/>
          </p:nvPr>
        </p:nvSpPr>
        <p:spPr>
          <a:xfrm>
            <a:off x="411480" y="365760"/>
            <a:ext cx="10902000" cy="838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accent1"/>
              </a:buClr>
              <a:buSzPts val="3200"/>
              <a:buFont typeface="Arial"/>
              <a:buNone/>
            </a:pPr>
            <a:r>
              <a:rPr lang="en-US"/>
              <a:t>Problem Context</a:t>
            </a:r>
            <a:endParaRPr/>
          </a:p>
        </p:txBody>
      </p:sp>
      <p:sp>
        <p:nvSpPr>
          <p:cNvPr id="116" name="Google Shape;116;p15"/>
          <p:cNvSpPr txBox="1"/>
          <p:nvPr/>
        </p:nvSpPr>
        <p:spPr>
          <a:xfrm>
            <a:off x="10087475" y="6009375"/>
            <a:ext cx="1855200" cy="2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@LBMKRISHNA</a:t>
            </a:r>
            <a:endParaRPr/>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411480" y="365760"/>
            <a:ext cx="10902000" cy="838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accent1"/>
              </a:buClr>
              <a:buSzPts val="3200"/>
              <a:buFont typeface="Arial"/>
              <a:buNone/>
            </a:pPr>
            <a:r>
              <a:rPr lang="en-US"/>
              <a:t>Statistics</a:t>
            </a:r>
            <a:endParaRPr/>
          </a:p>
        </p:txBody>
      </p:sp>
      <p:sp>
        <p:nvSpPr>
          <p:cNvPr id="122" name="Google Shape;122;p16"/>
          <p:cNvSpPr/>
          <p:nvPr/>
        </p:nvSpPr>
        <p:spPr>
          <a:xfrm>
            <a:off x="1066000" y="1717450"/>
            <a:ext cx="4773384" cy="1172610"/>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6"/>
          <p:cNvSpPr/>
          <p:nvPr/>
        </p:nvSpPr>
        <p:spPr>
          <a:xfrm>
            <a:off x="1066000" y="4226900"/>
            <a:ext cx="4773384" cy="1172610"/>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6"/>
          <p:cNvSpPr/>
          <p:nvPr/>
        </p:nvSpPr>
        <p:spPr>
          <a:xfrm>
            <a:off x="6933800" y="1717450"/>
            <a:ext cx="4433076" cy="1172610"/>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6"/>
          <p:cNvSpPr/>
          <p:nvPr/>
        </p:nvSpPr>
        <p:spPr>
          <a:xfrm>
            <a:off x="6748225" y="4226900"/>
            <a:ext cx="4618674" cy="1172610"/>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6"/>
          <p:cNvSpPr/>
          <p:nvPr/>
        </p:nvSpPr>
        <p:spPr>
          <a:xfrm>
            <a:off x="390875" y="1610850"/>
            <a:ext cx="1847700" cy="14568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4400">
                <a:solidFill>
                  <a:srgbClr val="E7E9F0"/>
                </a:solidFill>
              </a:rPr>
              <a:t>46%</a:t>
            </a:r>
            <a:endParaRPr sz="4400">
              <a:solidFill>
                <a:srgbClr val="E7E9F0"/>
              </a:solidFill>
            </a:endParaRPr>
          </a:p>
        </p:txBody>
      </p:sp>
      <p:sp>
        <p:nvSpPr>
          <p:cNvPr id="127" name="Google Shape;127;p16"/>
          <p:cNvSpPr/>
          <p:nvPr/>
        </p:nvSpPr>
        <p:spPr>
          <a:xfrm>
            <a:off x="390875" y="4084800"/>
            <a:ext cx="1847700" cy="14568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4400">
                <a:solidFill>
                  <a:srgbClr val="E7E9F0"/>
                </a:solidFill>
              </a:rPr>
              <a:t>20%</a:t>
            </a:r>
            <a:endParaRPr>
              <a:solidFill>
                <a:srgbClr val="E7E9F0"/>
              </a:solidFill>
            </a:endParaRPr>
          </a:p>
        </p:txBody>
      </p:sp>
      <p:sp>
        <p:nvSpPr>
          <p:cNvPr id="128" name="Google Shape;128;p16"/>
          <p:cNvSpPr/>
          <p:nvPr/>
        </p:nvSpPr>
        <p:spPr>
          <a:xfrm>
            <a:off x="6094425" y="1610850"/>
            <a:ext cx="1847700" cy="145680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4400">
                <a:solidFill>
                  <a:srgbClr val="E7E9F0"/>
                </a:solidFill>
              </a:rPr>
              <a:t>23</a:t>
            </a:r>
            <a:r>
              <a:rPr lang="en-US" sz="4400">
                <a:solidFill>
                  <a:srgbClr val="E7E9F0"/>
                </a:solidFill>
              </a:rPr>
              <a:t>%</a:t>
            </a:r>
            <a:endParaRPr>
              <a:solidFill>
                <a:srgbClr val="E7E9F0"/>
              </a:solidFill>
            </a:endParaRPr>
          </a:p>
        </p:txBody>
      </p:sp>
      <p:sp>
        <p:nvSpPr>
          <p:cNvPr id="129" name="Google Shape;129;p16"/>
          <p:cNvSpPr/>
          <p:nvPr/>
        </p:nvSpPr>
        <p:spPr>
          <a:xfrm>
            <a:off x="6094425" y="4084800"/>
            <a:ext cx="1847700" cy="14568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4400">
                <a:solidFill>
                  <a:srgbClr val="E7E9F0"/>
                </a:solidFill>
              </a:rPr>
              <a:t>57%</a:t>
            </a:r>
            <a:endParaRPr>
              <a:solidFill>
                <a:srgbClr val="E7E9F0"/>
              </a:solidFill>
            </a:endParaRPr>
          </a:p>
        </p:txBody>
      </p:sp>
      <p:sp>
        <p:nvSpPr>
          <p:cNvPr id="130" name="Google Shape;130;p16"/>
          <p:cNvSpPr txBox="1"/>
          <p:nvPr/>
        </p:nvSpPr>
        <p:spPr>
          <a:xfrm>
            <a:off x="2238575" y="1895100"/>
            <a:ext cx="3363900" cy="888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900">
                <a:solidFill>
                  <a:srgbClr val="002F6B"/>
                </a:solidFill>
              </a:rPr>
              <a:t>Extremely or very difficult to speed database releases</a:t>
            </a:r>
            <a:endParaRPr sz="1900">
              <a:solidFill>
                <a:srgbClr val="002F6B"/>
              </a:solidFill>
            </a:endParaRPr>
          </a:p>
          <a:p>
            <a:pPr indent="0" lvl="0" marL="0" rtl="0" algn="l">
              <a:spcBef>
                <a:spcPts val="0"/>
              </a:spcBef>
              <a:spcAft>
                <a:spcPts val="0"/>
              </a:spcAft>
              <a:buNone/>
            </a:pPr>
            <a:r>
              <a:t/>
            </a:r>
            <a:endParaRPr sz="1500"/>
          </a:p>
        </p:txBody>
      </p:sp>
      <p:sp>
        <p:nvSpPr>
          <p:cNvPr id="131" name="Google Shape;131;p16"/>
          <p:cNvSpPr txBox="1"/>
          <p:nvPr/>
        </p:nvSpPr>
        <p:spPr>
          <a:xfrm>
            <a:off x="2238575" y="4297200"/>
            <a:ext cx="3363900" cy="103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900">
                <a:solidFill>
                  <a:srgbClr val="002F6B"/>
                </a:solidFill>
              </a:rPr>
              <a:t>We are slow due to traditional siloed database development practices</a:t>
            </a:r>
            <a:endParaRPr sz="1600"/>
          </a:p>
        </p:txBody>
      </p:sp>
      <p:sp>
        <p:nvSpPr>
          <p:cNvPr id="132" name="Google Shape;132;p16"/>
          <p:cNvSpPr txBox="1"/>
          <p:nvPr/>
        </p:nvSpPr>
        <p:spPr>
          <a:xfrm>
            <a:off x="8002975" y="1823250"/>
            <a:ext cx="3363900" cy="103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900">
                <a:solidFill>
                  <a:srgbClr val="002F6B"/>
                </a:solidFill>
              </a:rPr>
              <a:t>High risk of deployment failure &amp; extra downtime due to database changes</a:t>
            </a:r>
            <a:endParaRPr sz="1600"/>
          </a:p>
        </p:txBody>
      </p:sp>
      <p:sp>
        <p:nvSpPr>
          <p:cNvPr id="133" name="Google Shape;133;p16"/>
          <p:cNvSpPr txBox="1"/>
          <p:nvPr/>
        </p:nvSpPr>
        <p:spPr>
          <a:xfrm>
            <a:off x="7942125" y="4297200"/>
            <a:ext cx="3363900" cy="103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900">
                <a:solidFill>
                  <a:srgbClr val="002F6B"/>
                </a:solidFill>
              </a:rPr>
              <a:t>Application changes require corresponding database changes</a:t>
            </a:r>
            <a:endParaRPr sz="1600"/>
          </a:p>
        </p:txBody>
      </p:sp>
      <p:sp>
        <p:nvSpPr>
          <p:cNvPr id="134" name="Google Shape;134;p16"/>
          <p:cNvSpPr txBox="1"/>
          <p:nvPr/>
        </p:nvSpPr>
        <p:spPr>
          <a:xfrm>
            <a:off x="2606175" y="5828100"/>
            <a:ext cx="6976500" cy="3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u="sng">
                <a:solidFill>
                  <a:schemeClr val="hlink"/>
                </a:solidFill>
                <a:hlinkClick r:id="rId3"/>
              </a:rPr>
              <a:t>Source :https://www.devopsdigest.com/the-state-of-database-deployments-in-application-delivery-2019</a:t>
            </a:r>
            <a:endParaRPr sz="1100"/>
          </a:p>
        </p:txBody>
      </p:sp>
      <p:sp>
        <p:nvSpPr>
          <p:cNvPr id="135" name="Google Shape;135;p16"/>
          <p:cNvSpPr txBox="1"/>
          <p:nvPr/>
        </p:nvSpPr>
        <p:spPr>
          <a:xfrm>
            <a:off x="10087475" y="6009375"/>
            <a:ext cx="1855200" cy="2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@LBMKRISHNA</a:t>
            </a:r>
            <a:endParaRPr/>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17"/>
          <p:cNvPicPr preferRelativeResize="0"/>
          <p:nvPr/>
        </p:nvPicPr>
        <p:blipFill>
          <a:blip r:embed="rId3">
            <a:alphaModFix/>
          </a:blip>
          <a:stretch>
            <a:fillRect/>
          </a:stretch>
        </p:blipFill>
        <p:spPr>
          <a:xfrm>
            <a:off x="289600" y="308350"/>
            <a:ext cx="4768026" cy="5638800"/>
          </a:xfrm>
          <a:prstGeom prst="rect">
            <a:avLst/>
          </a:prstGeom>
          <a:noFill/>
          <a:ln>
            <a:noFill/>
          </a:ln>
        </p:spPr>
      </p:pic>
      <p:sp>
        <p:nvSpPr>
          <p:cNvPr id="142" name="Google Shape;142;p17"/>
          <p:cNvSpPr/>
          <p:nvPr/>
        </p:nvSpPr>
        <p:spPr>
          <a:xfrm rot="1552909">
            <a:off x="5722597" y="2027954"/>
            <a:ext cx="4489181" cy="3198029"/>
          </a:xfrm>
          <a:prstGeom prst="wedgeEllipseCallout">
            <a:avLst>
              <a:gd fmla="val -20833" name="adj1"/>
              <a:gd fmla="val 62500" name="adj2"/>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4500"/>
              <a:t>Yesterday’s DBA</a:t>
            </a:r>
            <a:endParaRPr sz="4500"/>
          </a:p>
        </p:txBody>
      </p:sp>
      <p:sp>
        <p:nvSpPr>
          <p:cNvPr id="143" name="Google Shape;143;p17"/>
          <p:cNvSpPr txBox="1"/>
          <p:nvPr/>
        </p:nvSpPr>
        <p:spPr>
          <a:xfrm>
            <a:off x="10087475" y="6009375"/>
            <a:ext cx="1855200" cy="2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@LBMKRISHNA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8"/>
          <p:cNvSpPr txBox="1"/>
          <p:nvPr>
            <p:ph type="title"/>
          </p:nvPr>
        </p:nvSpPr>
        <p:spPr>
          <a:xfrm>
            <a:off x="411480" y="365760"/>
            <a:ext cx="10901984" cy="838942"/>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accent1"/>
              </a:buClr>
              <a:buSzPts val="3200"/>
              <a:buFont typeface="Arial"/>
              <a:buNone/>
            </a:pPr>
            <a:r>
              <a:rPr lang="en-US"/>
              <a:t>State of DevOps Report 2019</a:t>
            </a:r>
            <a:endParaRPr/>
          </a:p>
        </p:txBody>
      </p:sp>
      <p:sp>
        <p:nvSpPr>
          <p:cNvPr id="150" name="Google Shape;150;p18"/>
          <p:cNvSpPr txBox="1"/>
          <p:nvPr/>
        </p:nvSpPr>
        <p:spPr>
          <a:xfrm>
            <a:off x="1587550" y="5917500"/>
            <a:ext cx="4619400" cy="50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u="sng">
                <a:solidFill>
                  <a:schemeClr val="hlink"/>
                </a:solidFill>
                <a:hlinkClick r:id="rId3"/>
              </a:rPr>
              <a:t>https://services.google.com/fh/files/misc/state-of-devops-2019.pdf</a:t>
            </a:r>
            <a:endParaRPr/>
          </a:p>
        </p:txBody>
      </p:sp>
      <p:sp>
        <p:nvSpPr>
          <p:cNvPr id="151" name="Google Shape;151;p18"/>
          <p:cNvSpPr/>
          <p:nvPr/>
        </p:nvSpPr>
        <p:spPr>
          <a:xfrm rot="1552909">
            <a:off x="6988272" y="2167604"/>
            <a:ext cx="4489181" cy="3198029"/>
          </a:xfrm>
          <a:prstGeom prst="wedgeEllipseCallout">
            <a:avLst>
              <a:gd fmla="val -20833" name="adj1"/>
              <a:gd fmla="val 62500" name="adj2"/>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4500"/>
              <a:t>How do we compare?</a:t>
            </a:r>
            <a:endParaRPr sz="4500"/>
          </a:p>
        </p:txBody>
      </p:sp>
      <p:pic>
        <p:nvPicPr>
          <p:cNvPr id="152" name="Google Shape;152;p18"/>
          <p:cNvPicPr preferRelativeResize="0"/>
          <p:nvPr/>
        </p:nvPicPr>
        <p:blipFill>
          <a:blip r:embed="rId4">
            <a:alphaModFix/>
          </a:blip>
          <a:stretch>
            <a:fillRect/>
          </a:stretch>
        </p:blipFill>
        <p:spPr>
          <a:xfrm>
            <a:off x="411475" y="1509502"/>
            <a:ext cx="5673194" cy="4407998"/>
          </a:xfrm>
          <a:prstGeom prst="rect">
            <a:avLst/>
          </a:prstGeom>
          <a:noFill/>
          <a:ln>
            <a:noFill/>
          </a:ln>
        </p:spPr>
      </p:pic>
      <p:sp>
        <p:nvSpPr>
          <p:cNvPr id="153" name="Google Shape;153;p18"/>
          <p:cNvSpPr txBox="1"/>
          <p:nvPr/>
        </p:nvSpPr>
        <p:spPr>
          <a:xfrm>
            <a:off x="10087475" y="6009375"/>
            <a:ext cx="1855200" cy="2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@LBMKRISHNA</a:t>
            </a:r>
            <a:endParaRPr/>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9"/>
          <p:cNvSpPr txBox="1"/>
          <p:nvPr>
            <p:ph type="title"/>
          </p:nvPr>
        </p:nvSpPr>
        <p:spPr>
          <a:xfrm>
            <a:off x="411480" y="365760"/>
            <a:ext cx="10902000" cy="838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accent1"/>
              </a:buClr>
              <a:buSzPts val="3200"/>
              <a:buFont typeface="Arial"/>
              <a:buNone/>
            </a:pPr>
            <a:r>
              <a:rPr lang="en-US"/>
              <a:t>State of DevOps Report 2019</a:t>
            </a:r>
            <a:endParaRPr/>
          </a:p>
        </p:txBody>
      </p:sp>
      <p:sp>
        <p:nvSpPr>
          <p:cNvPr id="160" name="Google Shape;160;p19"/>
          <p:cNvSpPr txBox="1"/>
          <p:nvPr/>
        </p:nvSpPr>
        <p:spPr>
          <a:xfrm>
            <a:off x="3091825" y="6083075"/>
            <a:ext cx="4619400" cy="50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u="sng">
                <a:solidFill>
                  <a:schemeClr val="hlink"/>
                </a:solidFill>
                <a:hlinkClick r:id="rId3"/>
              </a:rPr>
              <a:t>https://services.google.com/fh/files/misc/state-of-devops-2019.pdf</a:t>
            </a:r>
            <a:endParaRPr/>
          </a:p>
        </p:txBody>
      </p:sp>
      <p:sp>
        <p:nvSpPr>
          <p:cNvPr id="161" name="Google Shape;161;p19"/>
          <p:cNvSpPr/>
          <p:nvPr/>
        </p:nvSpPr>
        <p:spPr>
          <a:xfrm rot="1136174">
            <a:off x="7059508" y="1956394"/>
            <a:ext cx="4489151" cy="3197943"/>
          </a:xfrm>
          <a:prstGeom prst="wedgeEllipseCallout">
            <a:avLst>
              <a:gd fmla="val -20833" name="adj1"/>
              <a:gd fmla="val 62500" name="adj2"/>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300"/>
              <a:t>IT Performance -&gt; </a:t>
            </a:r>
            <a:endParaRPr sz="3300"/>
          </a:p>
          <a:p>
            <a:pPr indent="0" lvl="0" marL="0" rtl="0" algn="ctr">
              <a:spcBef>
                <a:spcPts val="0"/>
              </a:spcBef>
              <a:spcAft>
                <a:spcPts val="0"/>
              </a:spcAft>
              <a:buNone/>
            </a:pPr>
            <a:r>
              <a:rPr lang="en-US" sz="3300"/>
              <a:t>Organization Performance</a:t>
            </a:r>
            <a:endParaRPr sz="3300"/>
          </a:p>
        </p:txBody>
      </p:sp>
      <p:pic>
        <p:nvPicPr>
          <p:cNvPr id="162" name="Google Shape;162;p19"/>
          <p:cNvPicPr preferRelativeResize="0"/>
          <p:nvPr/>
        </p:nvPicPr>
        <p:blipFill>
          <a:blip r:embed="rId4">
            <a:alphaModFix/>
          </a:blip>
          <a:stretch>
            <a:fillRect/>
          </a:stretch>
        </p:blipFill>
        <p:spPr>
          <a:xfrm>
            <a:off x="411475" y="1506374"/>
            <a:ext cx="6196275" cy="4665825"/>
          </a:xfrm>
          <a:prstGeom prst="rect">
            <a:avLst/>
          </a:prstGeom>
          <a:noFill/>
          <a:ln>
            <a:noFill/>
          </a:ln>
        </p:spPr>
      </p:pic>
      <p:sp>
        <p:nvSpPr>
          <p:cNvPr id="163" name="Google Shape;163;p19"/>
          <p:cNvSpPr txBox="1"/>
          <p:nvPr/>
        </p:nvSpPr>
        <p:spPr>
          <a:xfrm>
            <a:off x="10087475" y="6009375"/>
            <a:ext cx="1855200" cy="2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@LBMKRISHNA</a:t>
            </a:r>
            <a:endParaRPr/>
          </a:p>
        </p:txBody>
      </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0"/>
          <p:cNvSpPr txBox="1"/>
          <p:nvPr>
            <p:ph type="ctrTitle"/>
          </p:nvPr>
        </p:nvSpPr>
        <p:spPr>
          <a:xfrm>
            <a:off x="1143000" y="2385787"/>
            <a:ext cx="8829900" cy="11820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lt1"/>
              </a:buClr>
              <a:buSzPts val="4000"/>
              <a:buFont typeface="Arial"/>
              <a:buNone/>
            </a:pPr>
            <a:r>
              <a:rPr lang="en-US"/>
              <a:t>Challenges</a:t>
            </a:r>
            <a:endParaRPr/>
          </a:p>
        </p:txBody>
      </p:sp>
      <p:sp>
        <p:nvSpPr>
          <p:cNvPr id="170" name="Google Shape;170;p20"/>
          <p:cNvSpPr txBox="1"/>
          <p:nvPr>
            <p:ph idx="1" type="body"/>
          </p:nvPr>
        </p:nvSpPr>
        <p:spPr>
          <a:xfrm>
            <a:off x="1143000" y="3631577"/>
            <a:ext cx="8829900" cy="4002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SzPts val="3080"/>
              <a:buFont typeface="Arial"/>
              <a:buNone/>
            </a:pPr>
            <a:r>
              <a:rPr lang="en-US"/>
              <a:t>Data - Silo, Ownership, Inherited </a:t>
            </a:r>
            <a:r>
              <a:rPr lang="en-US"/>
              <a:t>Practices</a:t>
            </a:r>
            <a:endParaRPr/>
          </a:p>
        </p:txBody>
      </p:sp>
      <p:sp>
        <p:nvSpPr>
          <p:cNvPr id="171" name="Google Shape;171;p20"/>
          <p:cNvSpPr txBox="1"/>
          <p:nvPr>
            <p:ph idx="2" type="body"/>
          </p:nvPr>
        </p:nvSpPr>
        <p:spPr>
          <a:xfrm>
            <a:off x="1143000" y="1948758"/>
            <a:ext cx="8829900" cy="303300"/>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SzPts val="1980"/>
              <a:buFont typeface="Arial"/>
              <a:buNone/>
            </a:pPr>
            <a:r>
              <a:rPr lang="en-US"/>
              <a:t>Understanding Challenges</a:t>
            </a:r>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1"/>
          <p:cNvSpPr txBox="1"/>
          <p:nvPr>
            <p:ph type="title"/>
          </p:nvPr>
        </p:nvSpPr>
        <p:spPr>
          <a:xfrm>
            <a:off x="411480" y="365760"/>
            <a:ext cx="10902000" cy="838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accent1"/>
              </a:buClr>
              <a:buSzPts val="3200"/>
              <a:buFont typeface="Arial"/>
              <a:buNone/>
            </a:pPr>
            <a:r>
              <a:rPr lang="en-US"/>
              <a:t>Enterprise Data Challenges</a:t>
            </a:r>
            <a:endParaRPr/>
          </a:p>
        </p:txBody>
      </p:sp>
      <p:sp>
        <p:nvSpPr>
          <p:cNvPr id="177" name="Google Shape;177;p21"/>
          <p:cNvSpPr/>
          <p:nvPr/>
        </p:nvSpPr>
        <p:spPr>
          <a:xfrm>
            <a:off x="1066000" y="1717450"/>
            <a:ext cx="4773384" cy="1172610"/>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1"/>
          <p:cNvSpPr/>
          <p:nvPr/>
        </p:nvSpPr>
        <p:spPr>
          <a:xfrm>
            <a:off x="1066000" y="4226900"/>
            <a:ext cx="4773384" cy="1172610"/>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1"/>
          <p:cNvSpPr/>
          <p:nvPr/>
        </p:nvSpPr>
        <p:spPr>
          <a:xfrm>
            <a:off x="6933800" y="1717450"/>
            <a:ext cx="4433076" cy="1172610"/>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1"/>
          <p:cNvSpPr/>
          <p:nvPr/>
        </p:nvSpPr>
        <p:spPr>
          <a:xfrm>
            <a:off x="6748225" y="4226900"/>
            <a:ext cx="4618674" cy="1172610"/>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1"/>
          <p:cNvSpPr/>
          <p:nvPr/>
        </p:nvSpPr>
        <p:spPr>
          <a:xfrm>
            <a:off x="390875" y="1610850"/>
            <a:ext cx="1847700" cy="14568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4400">
                <a:solidFill>
                  <a:srgbClr val="E7E9F0"/>
                </a:solidFill>
              </a:rPr>
              <a:t> </a:t>
            </a:r>
            <a:r>
              <a:rPr lang="en-US" sz="4400">
                <a:solidFill>
                  <a:srgbClr val="E7E9F0"/>
                </a:solidFill>
              </a:rPr>
              <a:t>🔻</a:t>
            </a:r>
            <a:endParaRPr sz="4400">
              <a:solidFill>
                <a:srgbClr val="E7E9F0"/>
              </a:solidFill>
            </a:endParaRPr>
          </a:p>
        </p:txBody>
      </p:sp>
      <p:sp>
        <p:nvSpPr>
          <p:cNvPr id="182" name="Google Shape;182;p21"/>
          <p:cNvSpPr/>
          <p:nvPr/>
        </p:nvSpPr>
        <p:spPr>
          <a:xfrm>
            <a:off x="390875" y="4084800"/>
            <a:ext cx="1847700" cy="14568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4400">
                <a:solidFill>
                  <a:srgbClr val="E7E9F0"/>
                </a:solidFill>
              </a:rPr>
              <a:t> </a:t>
            </a:r>
            <a:r>
              <a:rPr lang="en-US" sz="4400">
                <a:solidFill>
                  <a:srgbClr val="E7E9F0"/>
                </a:solidFill>
              </a:rPr>
              <a:t>🔻</a:t>
            </a:r>
            <a:endParaRPr>
              <a:solidFill>
                <a:srgbClr val="E7E9F0"/>
              </a:solidFill>
            </a:endParaRPr>
          </a:p>
        </p:txBody>
      </p:sp>
      <p:sp>
        <p:nvSpPr>
          <p:cNvPr id="183" name="Google Shape;183;p21"/>
          <p:cNvSpPr/>
          <p:nvPr/>
        </p:nvSpPr>
        <p:spPr>
          <a:xfrm>
            <a:off x="6094425" y="1610850"/>
            <a:ext cx="1847700" cy="145680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4400">
                <a:solidFill>
                  <a:srgbClr val="E7E9F0"/>
                </a:solidFill>
              </a:rPr>
              <a:t> </a:t>
            </a:r>
            <a:r>
              <a:rPr lang="en-US" sz="4400">
                <a:solidFill>
                  <a:srgbClr val="E7E9F0"/>
                </a:solidFill>
              </a:rPr>
              <a:t>🔻</a:t>
            </a:r>
            <a:endParaRPr>
              <a:solidFill>
                <a:srgbClr val="E7E9F0"/>
              </a:solidFill>
            </a:endParaRPr>
          </a:p>
        </p:txBody>
      </p:sp>
      <p:sp>
        <p:nvSpPr>
          <p:cNvPr id="184" name="Google Shape;184;p21"/>
          <p:cNvSpPr/>
          <p:nvPr/>
        </p:nvSpPr>
        <p:spPr>
          <a:xfrm>
            <a:off x="6094425" y="4084800"/>
            <a:ext cx="1847700" cy="14568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4400">
                <a:solidFill>
                  <a:srgbClr val="E7E9F0"/>
                </a:solidFill>
              </a:rPr>
              <a:t> </a:t>
            </a:r>
            <a:r>
              <a:rPr lang="en-US" sz="4400">
                <a:solidFill>
                  <a:srgbClr val="E7E9F0"/>
                </a:solidFill>
              </a:rPr>
              <a:t>🔻</a:t>
            </a:r>
            <a:endParaRPr>
              <a:solidFill>
                <a:srgbClr val="E7E9F0"/>
              </a:solidFill>
            </a:endParaRPr>
          </a:p>
        </p:txBody>
      </p:sp>
      <p:sp>
        <p:nvSpPr>
          <p:cNvPr id="185" name="Google Shape;185;p21"/>
          <p:cNvSpPr txBox="1"/>
          <p:nvPr/>
        </p:nvSpPr>
        <p:spPr>
          <a:xfrm>
            <a:off x="2238575" y="1895100"/>
            <a:ext cx="3363900" cy="888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900">
                <a:solidFill>
                  <a:srgbClr val="002F6B"/>
                </a:solidFill>
              </a:rPr>
              <a:t>How do we think about data?</a:t>
            </a:r>
            <a:endParaRPr sz="1900">
              <a:solidFill>
                <a:srgbClr val="002F6B"/>
              </a:solidFill>
            </a:endParaRPr>
          </a:p>
          <a:p>
            <a:pPr indent="0" lvl="0" marL="0" rtl="0" algn="l">
              <a:spcBef>
                <a:spcPts val="0"/>
              </a:spcBef>
              <a:spcAft>
                <a:spcPts val="0"/>
              </a:spcAft>
              <a:buNone/>
            </a:pPr>
            <a:r>
              <a:t/>
            </a:r>
            <a:endParaRPr sz="1500"/>
          </a:p>
        </p:txBody>
      </p:sp>
      <p:sp>
        <p:nvSpPr>
          <p:cNvPr id="186" name="Google Shape;186;p21"/>
          <p:cNvSpPr txBox="1"/>
          <p:nvPr/>
        </p:nvSpPr>
        <p:spPr>
          <a:xfrm>
            <a:off x="2238575" y="4297200"/>
            <a:ext cx="3363900" cy="103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900">
                <a:solidFill>
                  <a:srgbClr val="002F6B"/>
                </a:solidFill>
              </a:rPr>
              <a:t>Inherited data management practices</a:t>
            </a:r>
            <a:endParaRPr sz="1600"/>
          </a:p>
        </p:txBody>
      </p:sp>
      <p:sp>
        <p:nvSpPr>
          <p:cNvPr id="187" name="Google Shape;187;p21"/>
          <p:cNvSpPr txBox="1"/>
          <p:nvPr/>
        </p:nvSpPr>
        <p:spPr>
          <a:xfrm>
            <a:off x="8002975" y="1823250"/>
            <a:ext cx="3363900" cy="103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900">
                <a:solidFill>
                  <a:srgbClr val="002F6B"/>
                </a:solidFill>
              </a:rPr>
              <a:t>Decade old standards &amp; conventions</a:t>
            </a:r>
            <a:endParaRPr sz="1600"/>
          </a:p>
        </p:txBody>
      </p:sp>
      <p:sp>
        <p:nvSpPr>
          <p:cNvPr id="188" name="Google Shape;188;p21"/>
          <p:cNvSpPr txBox="1"/>
          <p:nvPr/>
        </p:nvSpPr>
        <p:spPr>
          <a:xfrm>
            <a:off x="7942125" y="4297200"/>
            <a:ext cx="3363900" cy="103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900">
                <a:solidFill>
                  <a:srgbClr val="002F6B"/>
                </a:solidFill>
              </a:rPr>
              <a:t>Centralize data team to design, model, deploy &amp; operate</a:t>
            </a:r>
            <a:endParaRPr sz="1600"/>
          </a:p>
        </p:txBody>
      </p:sp>
      <p:sp>
        <p:nvSpPr>
          <p:cNvPr id="189" name="Google Shape;189;p21"/>
          <p:cNvSpPr txBox="1"/>
          <p:nvPr/>
        </p:nvSpPr>
        <p:spPr>
          <a:xfrm>
            <a:off x="10087475" y="6009375"/>
            <a:ext cx="1855200" cy="2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@LBMKRISHNA</a:t>
            </a:r>
            <a:endParaRPr/>
          </a:p>
        </p:txBody>
      </p:sp>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2"/>
          <p:cNvSpPr txBox="1"/>
          <p:nvPr/>
        </p:nvSpPr>
        <p:spPr>
          <a:xfrm>
            <a:off x="450513" y="1502575"/>
            <a:ext cx="11287800" cy="300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i="1" lang="en-US" sz="4000"/>
              <a:t>Our system complexities are because of our thinking, thinking particularly about the “Data”. We tend to compromise a lot as we could not get the “Data” in the right way, at the right time, in the proper format</a:t>
            </a:r>
            <a:endParaRPr i="1" sz="4000"/>
          </a:p>
        </p:txBody>
      </p:sp>
      <p:sp>
        <p:nvSpPr>
          <p:cNvPr id="196" name="Google Shape;196;p22"/>
          <p:cNvSpPr/>
          <p:nvPr/>
        </p:nvSpPr>
        <p:spPr>
          <a:xfrm>
            <a:off x="2558425" y="4737850"/>
            <a:ext cx="7248900" cy="1681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a:effectLst>
            <a:outerShdw blurRad="57150" rotWithShape="0" algn="bl" dir="2940000" dist="104775">
              <a:srgbClr val="000000">
                <a:alpha val="50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US" sz="2400">
                <a:solidFill>
                  <a:srgbClr val="E7E9F0"/>
                </a:solidFill>
              </a:rPr>
              <a:t>We need to level up our game</a:t>
            </a:r>
            <a:endParaRPr b="1" sz="2400">
              <a:solidFill>
                <a:srgbClr val="E7E9F0"/>
              </a:solidFill>
            </a:endParaRPr>
          </a:p>
          <a:p>
            <a:pPr indent="0" lvl="0" marL="0" rtl="0" algn="ctr">
              <a:lnSpc>
                <a:spcPct val="115000"/>
              </a:lnSpc>
              <a:spcBef>
                <a:spcPts val="0"/>
              </a:spcBef>
              <a:spcAft>
                <a:spcPts val="0"/>
              </a:spcAft>
              <a:buNone/>
            </a:pPr>
            <a:r>
              <a:rPr b="1" lang="en-US" sz="2400">
                <a:solidFill>
                  <a:srgbClr val="E7E9F0"/>
                </a:solidFill>
              </a:rPr>
              <a:t>Data, Data Architecture, Data Management &amp; Associated Practices need our love &amp; attention</a:t>
            </a:r>
            <a:endParaRPr/>
          </a:p>
        </p:txBody>
      </p:sp>
      <p:sp>
        <p:nvSpPr>
          <p:cNvPr id="197" name="Google Shape;197;p22"/>
          <p:cNvSpPr txBox="1"/>
          <p:nvPr>
            <p:ph type="title"/>
          </p:nvPr>
        </p:nvSpPr>
        <p:spPr>
          <a:xfrm>
            <a:off x="411480" y="365760"/>
            <a:ext cx="10902000" cy="838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accent1"/>
              </a:buClr>
              <a:buSzPts val="3200"/>
              <a:buFont typeface="Arial"/>
              <a:buNone/>
            </a:pPr>
            <a:r>
              <a:rPr lang="en-US"/>
              <a:t>Who is Responsible?</a:t>
            </a:r>
            <a:endParaRPr/>
          </a:p>
        </p:txBody>
      </p:sp>
      <p:sp>
        <p:nvSpPr>
          <p:cNvPr id="198" name="Google Shape;198;p22"/>
          <p:cNvSpPr txBox="1"/>
          <p:nvPr/>
        </p:nvSpPr>
        <p:spPr>
          <a:xfrm>
            <a:off x="10087475" y="6009375"/>
            <a:ext cx="1855200" cy="2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@LBMKRISHNA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3"/>
          <p:cNvSpPr txBox="1"/>
          <p:nvPr/>
        </p:nvSpPr>
        <p:spPr>
          <a:xfrm>
            <a:off x="450525" y="1502575"/>
            <a:ext cx="11287800" cy="110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US" sz="4000"/>
              <a:t>Microservices Era &amp; Big Ball of “Data” mud</a:t>
            </a:r>
            <a:endParaRPr i="1" sz="4000"/>
          </a:p>
        </p:txBody>
      </p:sp>
      <p:sp>
        <p:nvSpPr>
          <p:cNvPr id="205" name="Google Shape;205;p23"/>
          <p:cNvSpPr txBox="1"/>
          <p:nvPr>
            <p:ph type="title"/>
          </p:nvPr>
        </p:nvSpPr>
        <p:spPr>
          <a:xfrm>
            <a:off x="411480" y="365760"/>
            <a:ext cx="10902000" cy="838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accent1"/>
              </a:buClr>
              <a:buSzPts val="3200"/>
              <a:buFont typeface="Arial"/>
              <a:buNone/>
            </a:pPr>
            <a:r>
              <a:rPr lang="en-US"/>
              <a:t>Architecture </a:t>
            </a:r>
            <a:r>
              <a:rPr lang="en-US"/>
              <a:t>Mismatch</a:t>
            </a:r>
            <a:endParaRPr/>
          </a:p>
        </p:txBody>
      </p:sp>
      <p:pic>
        <p:nvPicPr>
          <p:cNvPr id="206" name="Google Shape;206;p23"/>
          <p:cNvPicPr preferRelativeResize="0"/>
          <p:nvPr/>
        </p:nvPicPr>
        <p:blipFill>
          <a:blip r:embed="rId3">
            <a:alphaModFix/>
          </a:blip>
          <a:stretch>
            <a:fillRect/>
          </a:stretch>
        </p:blipFill>
        <p:spPr>
          <a:xfrm>
            <a:off x="1332175" y="2558275"/>
            <a:ext cx="5476750" cy="3258825"/>
          </a:xfrm>
          <a:prstGeom prst="rect">
            <a:avLst/>
          </a:prstGeom>
          <a:noFill/>
          <a:ln>
            <a:noFill/>
          </a:ln>
        </p:spPr>
      </p:pic>
      <p:sp>
        <p:nvSpPr>
          <p:cNvPr id="207" name="Google Shape;207;p23"/>
          <p:cNvSpPr/>
          <p:nvPr/>
        </p:nvSpPr>
        <p:spPr>
          <a:xfrm rot="1136174">
            <a:off x="7012108" y="2588706"/>
            <a:ext cx="4489151" cy="3197943"/>
          </a:xfrm>
          <a:prstGeom prst="wedgeEllipseCallout">
            <a:avLst>
              <a:gd fmla="val -20833" name="adj1"/>
              <a:gd fmla="val 62500" name="adj2"/>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300"/>
              <a:t>Mum asked me to share Database</a:t>
            </a:r>
            <a:endParaRPr sz="3300"/>
          </a:p>
        </p:txBody>
      </p:sp>
      <p:sp>
        <p:nvSpPr>
          <p:cNvPr id="208" name="Google Shape;208;p23"/>
          <p:cNvSpPr txBox="1"/>
          <p:nvPr/>
        </p:nvSpPr>
        <p:spPr>
          <a:xfrm>
            <a:off x="10087475" y="6009375"/>
            <a:ext cx="1855200" cy="2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@LBMKRISHNA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1000"/>
                                        <p:tgtEl>
                                          <p:spTgt spid="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4"/>
          <p:cNvSpPr txBox="1"/>
          <p:nvPr>
            <p:ph type="ctrTitle"/>
          </p:nvPr>
        </p:nvSpPr>
        <p:spPr>
          <a:xfrm>
            <a:off x="1143000" y="2385787"/>
            <a:ext cx="8829900" cy="11820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lt1"/>
              </a:buClr>
              <a:buSzPts val="4000"/>
              <a:buFont typeface="Arial"/>
              <a:buNone/>
            </a:pPr>
            <a:r>
              <a:rPr lang="en-US"/>
              <a:t>Solution Approach</a:t>
            </a:r>
            <a:endParaRPr/>
          </a:p>
        </p:txBody>
      </p:sp>
      <p:sp>
        <p:nvSpPr>
          <p:cNvPr id="215" name="Google Shape;215;p24"/>
          <p:cNvSpPr txBox="1"/>
          <p:nvPr>
            <p:ph idx="1" type="body"/>
          </p:nvPr>
        </p:nvSpPr>
        <p:spPr>
          <a:xfrm>
            <a:off x="1143000" y="3631577"/>
            <a:ext cx="8829900" cy="4002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SzPts val="3080"/>
              <a:buFont typeface="Arial"/>
              <a:buNone/>
            </a:pPr>
            <a:r>
              <a:rPr lang="en-US"/>
              <a:t>Education</a:t>
            </a:r>
            <a:r>
              <a:rPr lang="en-US"/>
              <a:t>, Conventions, Architecture, Shift Left</a:t>
            </a:r>
            <a:endParaRPr/>
          </a:p>
        </p:txBody>
      </p:sp>
      <p:sp>
        <p:nvSpPr>
          <p:cNvPr id="216" name="Google Shape;216;p24"/>
          <p:cNvSpPr txBox="1"/>
          <p:nvPr>
            <p:ph idx="2" type="body"/>
          </p:nvPr>
        </p:nvSpPr>
        <p:spPr>
          <a:xfrm>
            <a:off x="1143000" y="1948758"/>
            <a:ext cx="8829900" cy="303300"/>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SzPts val="1980"/>
              <a:buFont typeface="Arial"/>
              <a:buNone/>
            </a:pPr>
            <a:r>
              <a:rPr lang="en-US"/>
              <a:t>Small Steps, But in Right Direction</a:t>
            </a:r>
            <a:endParaRPr/>
          </a:p>
        </p:txBody>
      </p:sp>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5"/>
          <p:cNvSpPr txBox="1"/>
          <p:nvPr>
            <p:ph type="title"/>
          </p:nvPr>
        </p:nvSpPr>
        <p:spPr>
          <a:xfrm>
            <a:off x="411480" y="365760"/>
            <a:ext cx="10902000" cy="838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accent1"/>
              </a:buClr>
              <a:buSzPts val="3200"/>
              <a:buFont typeface="Arial"/>
              <a:buNone/>
            </a:pPr>
            <a:r>
              <a:rPr lang="en-US"/>
              <a:t>Solution Approach</a:t>
            </a:r>
            <a:endParaRPr/>
          </a:p>
        </p:txBody>
      </p:sp>
      <p:sp>
        <p:nvSpPr>
          <p:cNvPr id="222" name="Google Shape;222;p25"/>
          <p:cNvSpPr/>
          <p:nvPr/>
        </p:nvSpPr>
        <p:spPr>
          <a:xfrm>
            <a:off x="1066000" y="1717450"/>
            <a:ext cx="4773384" cy="1172610"/>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5"/>
          <p:cNvSpPr/>
          <p:nvPr/>
        </p:nvSpPr>
        <p:spPr>
          <a:xfrm>
            <a:off x="1066000" y="4226900"/>
            <a:ext cx="4773384" cy="1172610"/>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5"/>
          <p:cNvSpPr/>
          <p:nvPr/>
        </p:nvSpPr>
        <p:spPr>
          <a:xfrm>
            <a:off x="6933800" y="1717450"/>
            <a:ext cx="4433076" cy="1172610"/>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5"/>
          <p:cNvSpPr/>
          <p:nvPr/>
        </p:nvSpPr>
        <p:spPr>
          <a:xfrm>
            <a:off x="6748225" y="4226900"/>
            <a:ext cx="4618674" cy="1172610"/>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5"/>
          <p:cNvSpPr/>
          <p:nvPr/>
        </p:nvSpPr>
        <p:spPr>
          <a:xfrm>
            <a:off x="390875" y="1610850"/>
            <a:ext cx="1847700" cy="14568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4400">
                <a:solidFill>
                  <a:srgbClr val="E7E9F0"/>
                </a:solidFill>
              </a:rPr>
              <a:t>  ➽</a:t>
            </a:r>
            <a:endParaRPr sz="4400">
              <a:solidFill>
                <a:srgbClr val="E7E9F0"/>
              </a:solidFill>
            </a:endParaRPr>
          </a:p>
        </p:txBody>
      </p:sp>
      <p:sp>
        <p:nvSpPr>
          <p:cNvPr id="227" name="Google Shape;227;p25"/>
          <p:cNvSpPr/>
          <p:nvPr/>
        </p:nvSpPr>
        <p:spPr>
          <a:xfrm>
            <a:off x="390875" y="4084800"/>
            <a:ext cx="1847700" cy="14568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4400">
                <a:solidFill>
                  <a:srgbClr val="E7E9F0"/>
                </a:solidFill>
              </a:rPr>
              <a:t>  ➽</a:t>
            </a:r>
            <a:endParaRPr>
              <a:solidFill>
                <a:srgbClr val="E7E9F0"/>
              </a:solidFill>
            </a:endParaRPr>
          </a:p>
        </p:txBody>
      </p:sp>
      <p:sp>
        <p:nvSpPr>
          <p:cNvPr id="228" name="Google Shape;228;p25"/>
          <p:cNvSpPr/>
          <p:nvPr/>
        </p:nvSpPr>
        <p:spPr>
          <a:xfrm>
            <a:off x="6094425" y="1610850"/>
            <a:ext cx="1847700" cy="145680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4400">
                <a:solidFill>
                  <a:srgbClr val="E7E9F0"/>
                </a:solidFill>
              </a:rPr>
              <a:t>  ➽</a:t>
            </a:r>
            <a:endParaRPr>
              <a:solidFill>
                <a:srgbClr val="E7E9F0"/>
              </a:solidFill>
            </a:endParaRPr>
          </a:p>
        </p:txBody>
      </p:sp>
      <p:sp>
        <p:nvSpPr>
          <p:cNvPr id="229" name="Google Shape;229;p25"/>
          <p:cNvSpPr/>
          <p:nvPr/>
        </p:nvSpPr>
        <p:spPr>
          <a:xfrm>
            <a:off x="6094425" y="4084800"/>
            <a:ext cx="1847700" cy="14568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4400">
                <a:solidFill>
                  <a:srgbClr val="E7E9F0"/>
                </a:solidFill>
              </a:rPr>
              <a:t>  ➽</a:t>
            </a:r>
            <a:endParaRPr>
              <a:solidFill>
                <a:srgbClr val="E7E9F0"/>
              </a:solidFill>
            </a:endParaRPr>
          </a:p>
        </p:txBody>
      </p:sp>
      <p:sp>
        <p:nvSpPr>
          <p:cNvPr id="230" name="Google Shape;230;p25"/>
          <p:cNvSpPr txBox="1"/>
          <p:nvPr/>
        </p:nvSpPr>
        <p:spPr>
          <a:xfrm>
            <a:off x="2238575" y="1895100"/>
            <a:ext cx="3363900" cy="888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900">
                <a:solidFill>
                  <a:srgbClr val="002F6B"/>
                </a:solidFill>
              </a:rPr>
              <a:t>Data Management Team Decentralize</a:t>
            </a:r>
            <a:endParaRPr sz="1500"/>
          </a:p>
        </p:txBody>
      </p:sp>
      <p:sp>
        <p:nvSpPr>
          <p:cNvPr id="231" name="Google Shape;231;p25"/>
          <p:cNvSpPr txBox="1"/>
          <p:nvPr/>
        </p:nvSpPr>
        <p:spPr>
          <a:xfrm>
            <a:off x="2238575" y="4297200"/>
            <a:ext cx="3363900" cy="103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900">
                <a:solidFill>
                  <a:srgbClr val="002F6B"/>
                </a:solidFill>
              </a:rPr>
              <a:t>Educate,Upskill, Tools, Processes</a:t>
            </a:r>
            <a:endParaRPr sz="1900">
              <a:solidFill>
                <a:srgbClr val="002F6B"/>
              </a:solidFill>
            </a:endParaRPr>
          </a:p>
        </p:txBody>
      </p:sp>
      <p:sp>
        <p:nvSpPr>
          <p:cNvPr id="232" name="Google Shape;232;p25"/>
          <p:cNvSpPr txBox="1"/>
          <p:nvPr/>
        </p:nvSpPr>
        <p:spPr>
          <a:xfrm>
            <a:off x="8002975" y="1823250"/>
            <a:ext cx="3363900" cy="103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900">
                <a:solidFill>
                  <a:srgbClr val="002F6B"/>
                </a:solidFill>
              </a:rPr>
              <a:t>Conventions &amp; Standards</a:t>
            </a:r>
            <a:endParaRPr sz="1600"/>
          </a:p>
        </p:txBody>
      </p:sp>
      <p:sp>
        <p:nvSpPr>
          <p:cNvPr id="233" name="Google Shape;233;p25"/>
          <p:cNvSpPr txBox="1"/>
          <p:nvPr/>
        </p:nvSpPr>
        <p:spPr>
          <a:xfrm>
            <a:off x="7942125" y="4297200"/>
            <a:ext cx="3363900" cy="103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900">
                <a:solidFill>
                  <a:srgbClr val="002F6B"/>
                </a:solidFill>
              </a:rPr>
              <a:t>Adopting Modern Practices</a:t>
            </a:r>
            <a:endParaRPr sz="1600"/>
          </a:p>
        </p:txBody>
      </p:sp>
      <p:sp>
        <p:nvSpPr>
          <p:cNvPr id="234" name="Google Shape;234;p25"/>
          <p:cNvSpPr txBox="1"/>
          <p:nvPr/>
        </p:nvSpPr>
        <p:spPr>
          <a:xfrm>
            <a:off x="10087475" y="6009375"/>
            <a:ext cx="1855200" cy="2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@LBMKRISHNA</a:t>
            </a:r>
            <a:endParaRPr/>
          </a:p>
        </p:txBody>
      </p:sp>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6"/>
          <p:cNvSpPr txBox="1"/>
          <p:nvPr>
            <p:ph type="title"/>
          </p:nvPr>
        </p:nvSpPr>
        <p:spPr>
          <a:xfrm>
            <a:off x="411480" y="365760"/>
            <a:ext cx="10902000" cy="838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accent1"/>
              </a:buClr>
              <a:buSzPts val="3200"/>
              <a:buFont typeface="Arial"/>
              <a:buNone/>
            </a:pPr>
            <a:r>
              <a:rPr lang="en-US"/>
              <a:t>Help Our Data Folks - Processes</a:t>
            </a:r>
            <a:endParaRPr/>
          </a:p>
        </p:txBody>
      </p:sp>
      <p:sp>
        <p:nvSpPr>
          <p:cNvPr id="241" name="Google Shape;241;p26"/>
          <p:cNvSpPr txBox="1"/>
          <p:nvPr>
            <p:ph idx="2" type="body"/>
          </p:nvPr>
        </p:nvSpPr>
        <p:spPr>
          <a:xfrm>
            <a:off x="411475" y="1643226"/>
            <a:ext cx="5401800" cy="3645900"/>
          </a:xfrm>
          <a:prstGeom prst="rect">
            <a:avLst/>
          </a:prstGeom>
          <a:noFill/>
          <a:ln>
            <a:noFill/>
          </a:ln>
        </p:spPr>
        <p:txBody>
          <a:bodyPr anchorCtr="0" anchor="t" bIns="0" lIns="0" spcFirstLastPara="1" rIns="0" wrap="square" tIns="0">
            <a:noAutofit/>
          </a:bodyPr>
          <a:lstStyle/>
          <a:p>
            <a:pPr indent="-234950" lvl="0" marL="234950" rtl="0" algn="l">
              <a:lnSpc>
                <a:spcPct val="95000"/>
              </a:lnSpc>
              <a:spcBef>
                <a:spcPts val="0"/>
              </a:spcBef>
              <a:spcAft>
                <a:spcPts val="0"/>
              </a:spcAft>
              <a:buSzPts val="2640"/>
              <a:buChar char="•"/>
            </a:pPr>
            <a:r>
              <a:rPr lang="en-US"/>
              <a:t>Make the data first-class citizen</a:t>
            </a:r>
            <a:endParaRPr/>
          </a:p>
          <a:p>
            <a:pPr indent="-234950" lvl="0" marL="234950" rtl="0" algn="l">
              <a:lnSpc>
                <a:spcPct val="95000"/>
              </a:lnSpc>
              <a:spcBef>
                <a:spcPts val="1200"/>
              </a:spcBef>
              <a:spcAft>
                <a:spcPts val="0"/>
              </a:spcAft>
              <a:buSzPts val="2640"/>
              <a:buChar char="•"/>
            </a:pPr>
            <a:r>
              <a:rPr lang="en-US"/>
              <a:t>Source control - Database schema</a:t>
            </a:r>
            <a:endParaRPr/>
          </a:p>
          <a:p>
            <a:pPr indent="-234950" lvl="0" marL="234950" rtl="0" algn="l">
              <a:lnSpc>
                <a:spcPct val="95000"/>
              </a:lnSpc>
              <a:spcBef>
                <a:spcPts val="1200"/>
              </a:spcBef>
              <a:spcAft>
                <a:spcPts val="0"/>
              </a:spcAft>
              <a:buSzPts val="2640"/>
              <a:buChar char="•"/>
            </a:pPr>
            <a:r>
              <a:rPr lang="en-US"/>
              <a:t>Simply processes</a:t>
            </a:r>
            <a:endParaRPr/>
          </a:p>
          <a:p>
            <a:pPr indent="-234950" lvl="0" marL="234950" rtl="0" algn="l">
              <a:lnSpc>
                <a:spcPct val="95000"/>
              </a:lnSpc>
              <a:spcBef>
                <a:spcPts val="1200"/>
              </a:spcBef>
              <a:spcAft>
                <a:spcPts val="0"/>
              </a:spcAft>
              <a:buSzPts val="2640"/>
              <a:buChar char="•"/>
            </a:pPr>
            <a:r>
              <a:rPr lang="en-US"/>
              <a:t>Review changes early</a:t>
            </a:r>
            <a:endParaRPr/>
          </a:p>
          <a:p>
            <a:pPr indent="-234950" lvl="0" marL="234950" rtl="0" algn="l">
              <a:lnSpc>
                <a:spcPct val="95000"/>
              </a:lnSpc>
              <a:spcBef>
                <a:spcPts val="1200"/>
              </a:spcBef>
              <a:spcAft>
                <a:spcPts val="0"/>
              </a:spcAft>
              <a:buSzPts val="2640"/>
              <a:buChar char="•"/>
            </a:pPr>
            <a:r>
              <a:rPr lang="en-US"/>
              <a:t>CI/CD pipeline</a:t>
            </a:r>
            <a:endParaRPr/>
          </a:p>
          <a:p>
            <a:pPr indent="-234950" lvl="0" marL="234950" rtl="0" algn="l">
              <a:lnSpc>
                <a:spcPct val="95000"/>
              </a:lnSpc>
              <a:spcBef>
                <a:spcPts val="1200"/>
              </a:spcBef>
              <a:spcAft>
                <a:spcPts val="0"/>
              </a:spcAft>
              <a:buSzPts val="2640"/>
              <a:buChar char="•"/>
            </a:pPr>
            <a:r>
              <a:rPr lang="en-US"/>
              <a:t>“T” &amp; “Comb” shaped</a:t>
            </a:r>
            <a:endParaRPr/>
          </a:p>
          <a:p>
            <a:pPr indent="0" lvl="0" marL="457200" rtl="0" algn="l">
              <a:lnSpc>
                <a:spcPct val="95000"/>
              </a:lnSpc>
              <a:spcBef>
                <a:spcPts val="1200"/>
              </a:spcBef>
              <a:spcAft>
                <a:spcPts val="0"/>
              </a:spcAft>
              <a:buNone/>
            </a:pPr>
            <a:r>
              <a:t/>
            </a:r>
            <a:endParaRPr/>
          </a:p>
        </p:txBody>
      </p:sp>
      <p:sp>
        <p:nvSpPr>
          <p:cNvPr id="242" name="Google Shape;242;p26"/>
          <p:cNvSpPr txBox="1"/>
          <p:nvPr/>
        </p:nvSpPr>
        <p:spPr>
          <a:xfrm>
            <a:off x="10087475" y="6009375"/>
            <a:ext cx="1855200" cy="2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@LBMKRISHNA</a:t>
            </a:r>
            <a:endParaRPr/>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7"/>
          <p:cNvSpPr txBox="1"/>
          <p:nvPr>
            <p:ph type="title"/>
          </p:nvPr>
        </p:nvSpPr>
        <p:spPr>
          <a:xfrm>
            <a:off x="411480" y="365760"/>
            <a:ext cx="10902000" cy="838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accent1"/>
              </a:buClr>
              <a:buSzPts val="3200"/>
              <a:buFont typeface="Arial"/>
              <a:buNone/>
            </a:pPr>
            <a:r>
              <a:rPr lang="en-US"/>
              <a:t>Help Our Data Folks - Futuristic</a:t>
            </a:r>
            <a:endParaRPr/>
          </a:p>
        </p:txBody>
      </p:sp>
      <p:sp>
        <p:nvSpPr>
          <p:cNvPr id="249" name="Google Shape;249;p27"/>
          <p:cNvSpPr txBox="1"/>
          <p:nvPr>
            <p:ph idx="2" type="body"/>
          </p:nvPr>
        </p:nvSpPr>
        <p:spPr>
          <a:xfrm>
            <a:off x="411475" y="1643222"/>
            <a:ext cx="5401800" cy="2767500"/>
          </a:xfrm>
          <a:prstGeom prst="rect">
            <a:avLst/>
          </a:prstGeom>
          <a:noFill/>
          <a:ln>
            <a:noFill/>
          </a:ln>
        </p:spPr>
        <p:txBody>
          <a:bodyPr anchorCtr="0" anchor="t" bIns="0" lIns="0" spcFirstLastPara="1" rIns="0" wrap="square" tIns="0">
            <a:noAutofit/>
          </a:bodyPr>
          <a:lstStyle/>
          <a:p>
            <a:pPr indent="-234950" lvl="0" marL="234950" rtl="0" algn="l">
              <a:lnSpc>
                <a:spcPct val="95000"/>
              </a:lnSpc>
              <a:spcBef>
                <a:spcPts val="1200"/>
              </a:spcBef>
              <a:spcAft>
                <a:spcPts val="0"/>
              </a:spcAft>
              <a:buSzPts val="2640"/>
              <a:buChar char="•"/>
            </a:pPr>
            <a:r>
              <a:rPr lang="en-US"/>
              <a:t>“T” &amp; “Comb” shaped</a:t>
            </a:r>
            <a:endParaRPr/>
          </a:p>
          <a:p>
            <a:pPr indent="-234950" lvl="0" marL="234950" rtl="0" algn="l">
              <a:lnSpc>
                <a:spcPct val="95000"/>
              </a:lnSpc>
              <a:spcBef>
                <a:spcPts val="1200"/>
              </a:spcBef>
              <a:spcAft>
                <a:spcPts val="0"/>
              </a:spcAft>
              <a:buSzPts val="2640"/>
              <a:buChar char="•"/>
            </a:pPr>
            <a:r>
              <a:rPr lang="en-US"/>
              <a:t>Data Engineers</a:t>
            </a:r>
            <a:endParaRPr/>
          </a:p>
          <a:p>
            <a:pPr indent="-234950" lvl="0" marL="234950" rtl="0" algn="l">
              <a:lnSpc>
                <a:spcPct val="95000"/>
              </a:lnSpc>
              <a:spcBef>
                <a:spcPts val="1200"/>
              </a:spcBef>
              <a:spcAft>
                <a:spcPts val="0"/>
              </a:spcAft>
              <a:buSzPts val="2640"/>
              <a:buChar char="•"/>
            </a:pPr>
            <a:r>
              <a:rPr lang="en-US"/>
              <a:t>Educator &amp; Mentors</a:t>
            </a:r>
            <a:endParaRPr/>
          </a:p>
          <a:p>
            <a:pPr indent="-234950" lvl="0" marL="234950" rtl="0" algn="l">
              <a:lnSpc>
                <a:spcPct val="95000"/>
              </a:lnSpc>
              <a:spcBef>
                <a:spcPts val="1200"/>
              </a:spcBef>
              <a:spcAft>
                <a:spcPts val="0"/>
              </a:spcAft>
              <a:buSzPts val="2640"/>
              <a:buChar char="•"/>
            </a:pPr>
            <a:r>
              <a:rPr lang="en-US"/>
              <a:t>Platform Builders</a:t>
            </a:r>
            <a:endParaRPr/>
          </a:p>
          <a:p>
            <a:pPr indent="0" lvl="0" marL="457200" rtl="0" algn="l">
              <a:lnSpc>
                <a:spcPct val="95000"/>
              </a:lnSpc>
              <a:spcBef>
                <a:spcPts val="1200"/>
              </a:spcBef>
              <a:spcAft>
                <a:spcPts val="0"/>
              </a:spcAft>
              <a:buNone/>
            </a:pPr>
            <a:r>
              <a:t/>
            </a:r>
            <a:endParaRPr/>
          </a:p>
        </p:txBody>
      </p:sp>
      <p:sp>
        <p:nvSpPr>
          <p:cNvPr id="250" name="Google Shape;250;p27"/>
          <p:cNvSpPr txBox="1"/>
          <p:nvPr/>
        </p:nvSpPr>
        <p:spPr>
          <a:xfrm>
            <a:off x="10087475" y="6009375"/>
            <a:ext cx="1855200" cy="2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@LBMKRISHNA</a:t>
            </a:r>
            <a:endParaRPr/>
          </a:p>
        </p:txBody>
      </p:sp>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8"/>
          <p:cNvSpPr txBox="1"/>
          <p:nvPr>
            <p:ph type="title"/>
          </p:nvPr>
        </p:nvSpPr>
        <p:spPr>
          <a:xfrm>
            <a:off x="411480" y="365760"/>
            <a:ext cx="10902000" cy="838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accent1"/>
              </a:buClr>
              <a:buSzPts val="3200"/>
              <a:buFont typeface="Arial"/>
              <a:buNone/>
            </a:pPr>
            <a:r>
              <a:rPr lang="en-US"/>
              <a:t>Help Our Dev &amp; Ops Folks - Educate</a:t>
            </a:r>
            <a:endParaRPr/>
          </a:p>
        </p:txBody>
      </p:sp>
      <p:sp>
        <p:nvSpPr>
          <p:cNvPr id="257" name="Google Shape;257;p28"/>
          <p:cNvSpPr txBox="1"/>
          <p:nvPr>
            <p:ph idx="2" type="body"/>
          </p:nvPr>
        </p:nvSpPr>
        <p:spPr>
          <a:xfrm>
            <a:off x="411475" y="1643225"/>
            <a:ext cx="9900300" cy="3478200"/>
          </a:xfrm>
          <a:prstGeom prst="rect">
            <a:avLst/>
          </a:prstGeom>
          <a:noFill/>
          <a:ln>
            <a:noFill/>
          </a:ln>
        </p:spPr>
        <p:txBody>
          <a:bodyPr anchorCtr="0" anchor="t" bIns="0" lIns="0" spcFirstLastPara="1" rIns="0" wrap="square" tIns="0">
            <a:noAutofit/>
          </a:bodyPr>
          <a:lstStyle/>
          <a:p>
            <a:pPr indent="-234950" lvl="0" marL="234950" rtl="0" algn="l">
              <a:lnSpc>
                <a:spcPct val="95000"/>
              </a:lnSpc>
              <a:spcBef>
                <a:spcPts val="1200"/>
              </a:spcBef>
              <a:spcAft>
                <a:spcPts val="0"/>
              </a:spcAft>
              <a:buSzPts val="2640"/>
              <a:buChar char="•"/>
            </a:pPr>
            <a:r>
              <a:rPr lang="en-US"/>
              <a:t>Data Governance, Lineage </a:t>
            </a:r>
            <a:endParaRPr/>
          </a:p>
          <a:p>
            <a:pPr indent="-234950" lvl="0" marL="234950" rtl="0" algn="l">
              <a:lnSpc>
                <a:spcPct val="95000"/>
              </a:lnSpc>
              <a:spcBef>
                <a:spcPts val="1200"/>
              </a:spcBef>
              <a:spcAft>
                <a:spcPts val="0"/>
              </a:spcAft>
              <a:buSzPts val="2640"/>
              <a:buChar char="•"/>
            </a:pPr>
            <a:r>
              <a:rPr lang="en-US"/>
              <a:t>Compliance (PCI DSS, Data Privacy)</a:t>
            </a:r>
            <a:endParaRPr/>
          </a:p>
          <a:p>
            <a:pPr indent="-234950" lvl="0" marL="234950" rtl="0" algn="l">
              <a:lnSpc>
                <a:spcPct val="95000"/>
              </a:lnSpc>
              <a:spcBef>
                <a:spcPts val="1200"/>
              </a:spcBef>
              <a:spcAft>
                <a:spcPts val="0"/>
              </a:spcAft>
              <a:buSzPts val="2640"/>
              <a:buChar char="•"/>
            </a:pPr>
            <a:r>
              <a:rPr lang="en-US"/>
              <a:t>Regulations (GDPR, CCPA)</a:t>
            </a:r>
            <a:endParaRPr/>
          </a:p>
          <a:p>
            <a:pPr indent="-234950" lvl="0" marL="234950" rtl="0" algn="l">
              <a:lnSpc>
                <a:spcPct val="95000"/>
              </a:lnSpc>
              <a:spcBef>
                <a:spcPts val="1200"/>
              </a:spcBef>
              <a:spcAft>
                <a:spcPts val="0"/>
              </a:spcAft>
              <a:buSzPts val="2640"/>
              <a:buChar char="•"/>
            </a:pPr>
            <a:r>
              <a:rPr lang="en-US"/>
              <a:t>Data Security (PII)</a:t>
            </a:r>
            <a:endParaRPr/>
          </a:p>
          <a:p>
            <a:pPr indent="-234950" lvl="0" marL="234950" rtl="0" algn="l">
              <a:lnSpc>
                <a:spcPct val="95000"/>
              </a:lnSpc>
              <a:spcBef>
                <a:spcPts val="1200"/>
              </a:spcBef>
              <a:spcAft>
                <a:spcPts val="0"/>
              </a:spcAft>
              <a:buSzPts val="2640"/>
              <a:buChar char="•"/>
            </a:pPr>
            <a:r>
              <a:rPr lang="en-US"/>
              <a:t>Standards &amp; Conventions (Naming, model, dictionary, </a:t>
            </a:r>
            <a:r>
              <a:rPr lang="en-US"/>
              <a:t>catalogue</a:t>
            </a:r>
            <a:r>
              <a:rPr lang="en-US"/>
              <a:t>)</a:t>
            </a:r>
            <a:endParaRPr/>
          </a:p>
          <a:p>
            <a:pPr indent="-234950" lvl="0" marL="234950" rtl="0" algn="l">
              <a:lnSpc>
                <a:spcPct val="95000"/>
              </a:lnSpc>
              <a:spcBef>
                <a:spcPts val="1200"/>
              </a:spcBef>
              <a:spcAft>
                <a:spcPts val="0"/>
              </a:spcAft>
              <a:buSzPts val="2640"/>
              <a:buChar char="•"/>
            </a:pPr>
            <a:r>
              <a:rPr lang="en-US"/>
              <a:t>Enable Self-Service (Database request, schema change request)</a:t>
            </a:r>
            <a:endParaRPr/>
          </a:p>
          <a:p>
            <a:pPr indent="0" lvl="0" marL="457200" rtl="0" algn="l">
              <a:lnSpc>
                <a:spcPct val="95000"/>
              </a:lnSpc>
              <a:spcBef>
                <a:spcPts val="1200"/>
              </a:spcBef>
              <a:spcAft>
                <a:spcPts val="0"/>
              </a:spcAft>
              <a:buNone/>
            </a:pPr>
            <a:r>
              <a:t/>
            </a:r>
            <a:endParaRPr/>
          </a:p>
        </p:txBody>
      </p:sp>
      <p:sp>
        <p:nvSpPr>
          <p:cNvPr id="258" name="Google Shape;258;p28"/>
          <p:cNvSpPr txBox="1"/>
          <p:nvPr/>
        </p:nvSpPr>
        <p:spPr>
          <a:xfrm>
            <a:off x="10087475" y="6009375"/>
            <a:ext cx="1855200" cy="2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@LBMKRISHNA</a:t>
            </a:r>
            <a:endParaRPr/>
          </a:p>
        </p:txBody>
      </p:sp>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9"/>
          <p:cNvSpPr txBox="1"/>
          <p:nvPr>
            <p:ph type="ctrTitle"/>
          </p:nvPr>
        </p:nvSpPr>
        <p:spPr>
          <a:xfrm>
            <a:off x="1143000" y="2385787"/>
            <a:ext cx="8829900" cy="11820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lt1"/>
              </a:buClr>
              <a:buSzPts val="4000"/>
              <a:buFont typeface="Arial"/>
              <a:buNone/>
            </a:pPr>
            <a:r>
              <a:rPr lang="en-US"/>
              <a:t>Recommendations</a:t>
            </a:r>
            <a:endParaRPr/>
          </a:p>
        </p:txBody>
      </p:sp>
      <p:sp>
        <p:nvSpPr>
          <p:cNvPr id="265" name="Google Shape;265;p29"/>
          <p:cNvSpPr txBox="1"/>
          <p:nvPr>
            <p:ph idx="1" type="body"/>
          </p:nvPr>
        </p:nvSpPr>
        <p:spPr>
          <a:xfrm>
            <a:off x="1143000" y="3631577"/>
            <a:ext cx="8829900" cy="4002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SzPts val="3080"/>
              <a:buFont typeface="Arial"/>
              <a:buNone/>
            </a:pPr>
            <a:r>
              <a:rPr lang="en-US"/>
              <a:t>Upskill, Learn, Spread, Share </a:t>
            </a:r>
            <a:endParaRPr/>
          </a:p>
        </p:txBody>
      </p:sp>
      <p:sp>
        <p:nvSpPr>
          <p:cNvPr id="266" name="Google Shape;266;p29"/>
          <p:cNvSpPr txBox="1"/>
          <p:nvPr>
            <p:ph idx="2" type="body"/>
          </p:nvPr>
        </p:nvSpPr>
        <p:spPr>
          <a:xfrm>
            <a:off x="1143000" y="1948758"/>
            <a:ext cx="8829900" cy="303300"/>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SzPts val="1980"/>
              <a:buFont typeface="Arial"/>
              <a:buNone/>
            </a:pPr>
            <a:r>
              <a:rPr lang="en-US"/>
              <a:t>Useful Resources</a:t>
            </a:r>
            <a:endParaRPr/>
          </a:p>
        </p:txBody>
      </p:sp>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0"/>
          <p:cNvSpPr txBox="1"/>
          <p:nvPr>
            <p:ph type="title"/>
          </p:nvPr>
        </p:nvSpPr>
        <p:spPr>
          <a:xfrm>
            <a:off x="411480" y="365760"/>
            <a:ext cx="10902000" cy="838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accent1"/>
              </a:buClr>
              <a:buSzPts val="3200"/>
              <a:buFont typeface="Arial"/>
              <a:buNone/>
            </a:pPr>
            <a:r>
              <a:rPr lang="en-US"/>
              <a:t>Recommendations</a:t>
            </a:r>
            <a:endParaRPr/>
          </a:p>
        </p:txBody>
      </p:sp>
      <p:pic>
        <p:nvPicPr>
          <p:cNvPr id="273" name="Google Shape;273;p30"/>
          <p:cNvPicPr preferRelativeResize="0"/>
          <p:nvPr/>
        </p:nvPicPr>
        <p:blipFill>
          <a:blip r:embed="rId3">
            <a:alphaModFix/>
          </a:blip>
          <a:stretch>
            <a:fillRect/>
          </a:stretch>
        </p:blipFill>
        <p:spPr>
          <a:xfrm>
            <a:off x="340400" y="1594789"/>
            <a:ext cx="2174481" cy="2444186"/>
          </a:xfrm>
          <a:prstGeom prst="rect">
            <a:avLst/>
          </a:prstGeom>
          <a:noFill/>
          <a:ln>
            <a:noFill/>
          </a:ln>
        </p:spPr>
      </p:pic>
      <p:pic>
        <p:nvPicPr>
          <p:cNvPr id="274" name="Google Shape;274;p30"/>
          <p:cNvPicPr preferRelativeResize="0"/>
          <p:nvPr/>
        </p:nvPicPr>
        <p:blipFill>
          <a:blip r:embed="rId4">
            <a:alphaModFix/>
          </a:blip>
          <a:stretch>
            <a:fillRect/>
          </a:stretch>
        </p:blipFill>
        <p:spPr>
          <a:xfrm>
            <a:off x="2736351" y="1585166"/>
            <a:ext cx="2174481" cy="2444186"/>
          </a:xfrm>
          <a:prstGeom prst="rect">
            <a:avLst/>
          </a:prstGeom>
          <a:noFill/>
          <a:ln>
            <a:noFill/>
          </a:ln>
        </p:spPr>
      </p:pic>
      <p:pic>
        <p:nvPicPr>
          <p:cNvPr id="275" name="Google Shape;275;p30"/>
          <p:cNvPicPr preferRelativeResize="0"/>
          <p:nvPr/>
        </p:nvPicPr>
        <p:blipFill>
          <a:blip r:embed="rId5">
            <a:alphaModFix/>
          </a:blip>
          <a:stretch>
            <a:fillRect/>
          </a:stretch>
        </p:blipFill>
        <p:spPr>
          <a:xfrm>
            <a:off x="5132303" y="1585166"/>
            <a:ext cx="2191736" cy="2444186"/>
          </a:xfrm>
          <a:prstGeom prst="rect">
            <a:avLst/>
          </a:prstGeom>
          <a:noFill/>
          <a:ln>
            <a:noFill/>
          </a:ln>
        </p:spPr>
      </p:pic>
      <p:pic>
        <p:nvPicPr>
          <p:cNvPr id="276" name="Google Shape;276;p30"/>
          <p:cNvPicPr preferRelativeResize="0"/>
          <p:nvPr/>
        </p:nvPicPr>
        <p:blipFill>
          <a:blip r:embed="rId6">
            <a:alphaModFix/>
          </a:blip>
          <a:stretch>
            <a:fillRect/>
          </a:stretch>
        </p:blipFill>
        <p:spPr>
          <a:xfrm>
            <a:off x="7449736" y="1556900"/>
            <a:ext cx="2191739" cy="2444186"/>
          </a:xfrm>
          <a:prstGeom prst="rect">
            <a:avLst/>
          </a:prstGeom>
          <a:noFill/>
          <a:ln>
            <a:noFill/>
          </a:ln>
        </p:spPr>
      </p:pic>
      <p:pic>
        <p:nvPicPr>
          <p:cNvPr id="277" name="Google Shape;277;p30"/>
          <p:cNvPicPr preferRelativeResize="0"/>
          <p:nvPr/>
        </p:nvPicPr>
        <p:blipFill>
          <a:blip r:embed="rId7">
            <a:alphaModFix/>
          </a:blip>
          <a:stretch>
            <a:fillRect/>
          </a:stretch>
        </p:blipFill>
        <p:spPr>
          <a:xfrm>
            <a:off x="9793875" y="1556900"/>
            <a:ext cx="1932250" cy="2444176"/>
          </a:xfrm>
          <a:prstGeom prst="rect">
            <a:avLst/>
          </a:prstGeom>
          <a:noFill/>
          <a:ln>
            <a:noFill/>
          </a:ln>
        </p:spPr>
      </p:pic>
      <p:sp>
        <p:nvSpPr>
          <p:cNvPr id="278" name="Google Shape;278;p30"/>
          <p:cNvSpPr/>
          <p:nvPr/>
        </p:nvSpPr>
        <p:spPr>
          <a:xfrm>
            <a:off x="2514875" y="4409975"/>
            <a:ext cx="7248900" cy="1681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a:effectLst>
            <a:outerShdw blurRad="57150" rotWithShape="0" algn="bl" dir="2940000" dist="104775">
              <a:srgbClr val="000000">
                <a:alpha val="50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US" sz="2400">
                <a:solidFill>
                  <a:schemeClr val="dk2"/>
                </a:solidFill>
              </a:rPr>
              <a:t>We need to level up our game</a:t>
            </a:r>
            <a:endParaRPr b="1" sz="2400">
              <a:solidFill>
                <a:schemeClr val="dk2"/>
              </a:solidFill>
            </a:endParaRPr>
          </a:p>
          <a:p>
            <a:pPr indent="0" lvl="0" marL="0" rtl="0" algn="ctr">
              <a:lnSpc>
                <a:spcPct val="115000"/>
              </a:lnSpc>
              <a:spcBef>
                <a:spcPts val="0"/>
              </a:spcBef>
              <a:spcAft>
                <a:spcPts val="0"/>
              </a:spcAft>
              <a:buNone/>
            </a:pPr>
            <a:r>
              <a:rPr b="1" lang="en-US" sz="2400">
                <a:solidFill>
                  <a:schemeClr val="dk2"/>
                </a:solidFill>
              </a:rPr>
              <a:t>Data, Data Architecture, Data Management &amp; Associated Practices need our love &amp; attention</a:t>
            </a:r>
            <a:endParaRPr>
              <a:solidFill>
                <a:schemeClr val="dk2"/>
              </a:solidFill>
            </a:endParaRPr>
          </a:p>
        </p:txBody>
      </p:sp>
      <p:sp>
        <p:nvSpPr>
          <p:cNvPr id="279" name="Google Shape;279;p30"/>
          <p:cNvSpPr txBox="1"/>
          <p:nvPr/>
        </p:nvSpPr>
        <p:spPr>
          <a:xfrm>
            <a:off x="10087475" y="6009375"/>
            <a:ext cx="1855200" cy="2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@LBMKRISHNA</a:t>
            </a:r>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1000"/>
                                        <p:tgtEl>
                                          <p:spTgt spid="2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1"/>
          <p:cNvSpPr txBox="1"/>
          <p:nvPr>
            <p:ph type="title"/>
          </p:nvPr>
        </p:nvSpPr>
        <p:spPr>
          <a:xfrm>
            <a:off x="411480" y="365760"/>
            <a:ext cx="10902000" cy="838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accent1"/>
              </a:buClr>
              <a:buSzPts val="3200"/>
              <a:buFont typeface="Arial"/>
              <a:buNone/>
            </a:pPr>
            <a:r>
              <a:rPr lang="en-US"/>
              <a:t>Recommended Approach</a:t>
            </a:r>
            <a:endParaRPr/>
          </a:p>
        </p:txBody>
      </p:sp>
      <p:sp>
        <p:nvSpPr>
          <p:cNvPr id="286" name="Google Shape;286;p31"/>
          <p:cNvSpPr txBox="1"/>
          <p:nvPr>
            <p:ph idx="1" type="body"/>
          </p:nvPr>
        </p:nvSpPr>
        <p:spPr>
          <a:xfrm>
            <a:off x="411471" y="1801100"/>
            <a:ext cx="11321100" cy="4142400"/>
          </a:xfrm>
          <a:prstGeom prst="rect">
            <a:avLst/>
          </a:prstGeom>
          <a:noFill/>
          <a:ln>
            <a:noFill/>
          </a:ln>
        </p:spPr>
        <p:txBody>
          <a:bodyPr anchorCtr="0" anchor="t" bIns="0" lIns="0" spcFirstLastPara="1" rIns="0" wrap="square" tIns="0">
            <a:noAutofit/>
          </a:bodyPr>
          <a:lstStyle/>
          <a:p>
            <a:pPr indent="-396240" lvl="0" marL="457200" rtl="0" algn="l">
              <a:lnSpc>
                <a:spcPct val="150000"/>
              </a:lnSpc>
              <a:spcBef>
                <a:spcPts val="1200"/>
              </a:spcBef>
              <a:spcAft>
                <a:spcPts val="0"/>
              </a:spcAft>
              <a:buSzPts val="2640"/>
              <a:buChar char="•"/>
            </a:pPr>
            <a:r>
              <a:rPr lang="en-US"/>
              <a:t>Understanding current state (Tools, processes, roles, flow)</a:t>
            </a:r>
            <a:endParaRPr/>
          </a:p>
          <a:p>
            <a:pPr indent="-396240" lvl="0" marL="457200" rtl="0" algn="l">
              <a:lnSpc>
                <a:spcPct val="150000"/>
              </a:lnSpc>
              <a:spcBef>
                <a:spcPts val="0"/>
              </a:spcBef>
              <a:spcAft>
                <a:spcPts val="0"/>
              </a:spcAft>
              <a:buSzPts val="2640"/>
              <a:buChar char="•"/>
            </a:pPr>
            <a:r>
              <a:rPr lang="en-US"/>
              <a:t>Making work visible (current workloads, workloads in pipeline)</a:t>
            </a:r>
            <a:endParaRPr/>
          </a:p>
          <a:p>
            <a:pPr indent="-396240" lvl="0" marL="457200" rtl="0" algn="l">
              <a:lnSpc>
                <a:spcPct val="150000"/>
              </a:lnSpc>
              <a:spcBef>
                <a:spcPts val="0"/>
              </a:spcBef>
              <a:spcAft>
                <a:spcPts val="0"/>
              </a:spcAft>
              <a:buSzPts val="2640"/>
              <a:buChar char="•"/>
            </a:pPr>
            <a:r>
              <a:rPr lang="en-US"/>
              <a:t>Value Stream Management (New feature, Tech debt, Incident)</a:t>
            </a:r>
            <a:endParaRPr/>
          </a:p>
          <a:p>
            <a:pPr indent="-396240" lvl="0" marL="457200" rtl="0" algn="l">
              <a:lnSpc>
                <a:spcPct val="150000"/>
              </a:lnSpc>
              <a:spcBef>
                <a:spcPts val="0"/>
              </a:spcBef>
              <a:spcAft>
                <a:spcPts val="0"/>
              </a:spcAft>
              <a:buSzPts val="2640"/>
              <a:buChar char="•"/>
            </a:pPr>
            <a:r>
              <a:rPr lang="en-US"/>
              <a:t>Upskilling (DevOps, CI/CD Practices, Automation)</a:t>
            </a:r>
            <a:endParaRPr/>
          </a:p>
          <a:p>
            <a:pPr indent="-396240" lvl="0" marL="457200" rtl="0" algn="l">
              <a:lnSpc>
                <a:spcPct val="150000"/>
              </a:lnSpc>
              <a:spcBef>
                <a:spcPts val="0"/>
              </a:spcBef>
              <a:spcAft>
                <a:spcPts val="0"/>
              </a:spcAft>
              <a:buSzPts val="2640"/>
              <a:buChar char="•"/>
            </a:pPr>
            <a:r>
              <a:rPr lang="en-US"/>
              <a:t>Investment (Time, Tools, Self-service)</a:t>
            </a:r>
            <a:endParaRPr/>
          </a:p>
          <a:p>
            <a:pPr indent="0" lvl="0" marL="457200" rtl="0" algn="l">
              <a:lnSpc>
                <a:spcPct val="95000"/>
              </a:lnSpc>
              <a:spcBef>
                <a:spcPts val="1200"/>
              </a:spcBef>
              <a:spcAft>
                <a:spcPts val="0"/>
              </a:spcAft>
              <a:buClr>
                <a:schemeClr val="dk1"/>
              </a:buClr>
              <a:buSzPts val="1100"/>
              <a:buFont typeface="Arial"/>
              <a:buNone/>
            </a:pPr>
            <a:r>
              <a:t/>
            </a:r>
            <a:endParaRPr/>
          </a:p>
          <a:p>
            <a:pPr indent="0" lvl="0" marL="457200" rtl="0" algn="l">
              <a:lnSpc>
                <a:spcPct val="95000"/>
              </a:lnSpc>
              <a:spcBef>
                <a:spcPts val="1200"/>
              </a:spcBef>
              <a:spcAft>
                <a:spcPts val="0"/>
              </a:spcAft>
              <a:buNone/>
            </a:pPr>
            <a:r>
              <a:t/>
            </a:r>
            <a:endParaRPr/>
          </a:p>
        </p:txBody>
      </p:sp>
      <p:sp>
        <p:nvSpPr>
          <p:cNvPr id="287" name="Google Shape;287;p31"/>
          <p:cNvSpPr txBox="1"/>
          <p:nvPr/>
        </p:nvSpPr>
        <p:spPr>
          <a:xfrm>
            <a:off x="10087475" y="6009375"/>
            <a:ext cx="1855200" cy="2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@LBMKRISHNA</a:t>
            </a:r>
            <a:endParaRPr/>
          </a:p>
        </p:txBody>
      </p:sp>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2"/>
          <p:cNvSpPr txBox="1"/>
          <p:nvPr>
            <p:ph type="ctrTitle"/>
          </p:nvPr>
        </p:nvSpPr>
        <p:spPr>
          <a:xfrm>
            <a:off x="1143000" y="2385787"/>
            <a:ext cx="8829900" cy="11820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lt1"/>
              </a:buClr>
              <a:buSzPts val="4000"/>
              <a:buFont typeface="Arial"/>
              <a:buNone/>
            </a:pPr>
            <a:r>
              <a:rPr lang="en-US"/>
              <a:t>Remaining Challenges</a:t>
            </a:r>
            <a:endParaRPr/>
          </a:p>
        </p:txBody>
      </p:sp>
      <p:sp>
        <p:nvSpPr>
          <p:cNvPr id="294" name="Google Shape;294;p32"/>
          <p:cNvSpPr txBox="1"/>
          <p:nvPr>
            <p:ph idx="1" type="body"/>
          </p:nvPr>
        </p:nvSpPr>
        <p:spPr>
          <a:xfrm>
            <a:off x="1143000" y="3631577"/>
            <a:ext cx="8829900" cy="4002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SzPts val="3080"/>
              <a:buFont typeface="Arial"/>
              <a:buNone/>
            </a:pPr>
            <a:r>
              <a:rPr lang="en-US"/>
              <a:t>Call for Action</a:t>
            </a:r>
            <a:endParaRPr/>
          </a:p>
        </p:txBody>
      </p:sp>
      <p:sp>
        <p:nvSpPr>
          <p:cNvPr id="295" name="Google Shape;295;p32"/>
          <p:cNvSpPr txBox="1"/>
          <p:nvPr>
            <p:ph idx="2" type="body"/>
          </p:nvPr>
        </p:nvSpPr>
        <p:spPr>
          <a:xfrm>
            <a:off x="1143000" y="1948758"/>
            <a:ext cx="8829900" cy="303300"/>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SzPts val="1980"/>
              <a:buFont typeface="Arial"/>
              <a:buNone/>
            </a:pPr>
            <a:r>
              <a:rPr lang="en-US"/>
              <a:t>Collectively We Need Work, Collaborate</a:t>
            </a:r>
            <a:endParaRPr/>
          </a:p>
        </p:txBody>
      </p:sp>
    </p:spTree>
  </p:cSld>
  <p:clrMapOvr>
    <a:masterClrMapping/>
  </p:clrMapOvr>
  <p:transition>
    <p:fade thruBlk="1"/>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3"/>
          <p:cNvSpPr txBox="1"/>
          <p:nvPr>
            <p:ph type="title"/>
          </p:nvPr>
        </p:nvSpPr>
        <p:spPr>
          <a:xfrm>
            <a:off x="411480" y="365760"/>
            <a:ext cx="10901984" cy="838942"/>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accent1"/>
              </a:buClr>
              <a:buSzPts val="3200"/>
              <a:buFont typeface="Arial"/>
              <a:buNone/>
            </a:pPr>
            <a:r>
              <a:rPr lang="en-US"/>
              <a:t>Help </a:t>
            </a:r>
            <a:endParaRPr/>
          </a:p>
        </p:txBody>
      </p:sp>
      <p:sp>
        <p:nvSpPr>
          <p:cNvPr id="302" name="Google Shape;302;p33"/>
          <p:cNvSpPr txBox="1"/>
          <p:nvPr>
            <p:ph idx="1" type="body"/>
          </p:nvPr>
        </p:nvSpPr>
        <p:spPr>
          <a:xfrm>
            <a:off x="411471" y="1801100"/>
            <a:ext cx="11321100" cy="4142400"/>
          </a:xfrm>
          <a:prstGeom prst="rect">
            <a:avLst/>
          </a:prstGeom>
          <a:noFill/>
          <a:ln>
            <a:noFill/>
          </a:ln>
        </p:spPr>
        <p:txBody>
          <a:bodyPr anchorCtr="0" anchor="t" bIns="0" lIns="0" spcFirstLastPara="1" rIns="0" wrap="square" tIns="0">
            <a:noAutofit/>
          </a:bodyPr>
          <a:lstStyle/>
          <a:p>
            <a:pPr indent="-234950" lvl="0" marL="234950" rtl="0" algn="l">
              <a:lnSpc>
                <a:spcPct val="95000"/>
              </a:lnSpc>
              <a:spcBef>
                <a:spcPts val="1200"/>
              </a:spcBef>
              <a:spcAft>
                <a:spcPts val="0"/>
              </a:spcAft>
              <a:buSzPts val="2640"/>
              <a:buChar char="•"/>
            </a:pPr>
            <a:r>
              <a:rPr lang="en-US"/>
              <a:t>Automated data governance</a:t>
            </a:r>
            <a:endParaRPr/>
          </a:p>
          <a:p>
            <a:pPr indent="-234950" lvl="0" marL="234950" rtl="0" algn="l">
              <a:lnSpc>
                <a:spcPct val="95000"/>
              </a:lnSpc>
              <a:spcBef>
                <a:spcPts val="1200"/>
              </a:spcBef>
              <a:spcAft>
                <a:spcPts val="0"/>
              </a:spcAft>
              <a:buSzPts val="2640"/>
              <a:buChar char="•"/>
            </a:pPr>
            <a:r>
              <a:rPr lang="en-US"/>
              <a:t>Policies via automation and in pipeline</a:t>
            </a:r>
            <a:endParaRPr/>
          </a:p>
          <a:p>
            <a:pPr indent="-234950" lvl="0" marL="234950" rtl="0" algn="l">
              <a:lnSpc>
                <a:spcPct val="95000"/>
              </a:lnSpc>
              <a:spcBef>
                <a:spcPts val="1200"/>
              </a:spcBef>
              <a:spcAft>
                <a:spcPts val="0"/>
              </a:spcAft>
              <a:buSzPts val="2640"/>
              <a:buChar char="•"/>
            </a:pPr>
            <a:r>
              <a:rPr lang="en-US"/>
              <a:t>Compliance as code</a:t>
            </a:r>
            <a:endParaRPr/>
          </a:p>
          <a:p>
            <a:pPr indent="0" lvl="0" marL="457200" rtl="0" algn="l">
              <a:lnSpc>
                <a:spcPct val="95000"/>
              </a:lnSpc>
              <a:spcBef>
                <a:spcPts val="1200"/>
              </a:spcBef>
              <a:spcAft>
                <a:spcPts val="0"/>
              </a:spcAft>
              <a:buNone/>
            </a:pPr>
            <a:r>
              <a:t/>
            </a:r>
            <a:endParaRPr/>
          </a:p>
        </p:txBody>
      </p:sp>
      <p:sp>
        <p:nvSpPr>
          <p:cNvPr id="303" name="Google Shape;303;p33"/>
          <p:cNvSpPr/>
          <p:nvPr/>
        </p:nvSpPr>
        <p:spPr>
          <a:xfrm rot="1136174">
            <a:off x="7012108" y="2588706"/>
            <a:ext cx="4489151" cy="3197943"/>
          </a:xfrm>
          <a:prstGeom prst="wedgeEllipseCallout">
            <a:avLst>
              <a:gd fmla="val -20833" name="adj1"/>
              <a:gd fmla="val 62500" name="adj2"/>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300"/>
              <a:t>My dream </a:t>
            </a:r>
            <a:endParaRPr sz="3300"/>
          </a:p>
          <a:p>
            <a:pPr indent="0" lvl="0" marL="0" rtl="0" algn="ctr">
              <a:spcBef>
                <a:spcPts val="0"/>
              </a:spcBef>
              <a:spcAft>
                <a:spcPts val="0"/>
              </a:spcAft>
              <a:buNone/>
            </a:pPr>
            <a:r>
              <a:rPr lang="en-US" sz="3300"/>
              <a:t>&amp; </a:t>
            </a:r>
            <a:endParaRPr sz="3300"/>
          </a:p>
          <a:p>
            <a:pPr indent="0" lvl="0" marL="0" rtl="0" algn="ctr">
              <a:spcBef>
                <a:spcPts val="0"/>
              </a:spcBef>
              <a:spcAft>
                <a:spcPts val="0"/>
              </a:spcAft>
              <a:buNone/>
            </a:pPr>
            <a:r>
              <a:rPr lang="en-US" sz="3300"/>
              <a:t>My vision</a:t>
            </a:r>
            <a:endParaRPr sz="3300"/>
          </a:p>
        </p:txBody>
      </p:sp>
      <p:sp>
        <p:nvSpPr>
          <p:cNvPr id="304" name="Google Shape;304;p33"/>
          <p:cNvSpPr txBox="1"/>
          <p:nvPr/>
        </p:nvSpPr>
        <p:spPr>
          <a:xfrm>
            <a:off x="10087475" y="6009375"/>
            <a:ext cx="1855200" cy="2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@LBMKRISHNA</a:t>
            </a:r>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1000"/>
                                        <p:tgtEl>
                                          <p:spTgt spid="3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4"/>
          <p:cNvSpPr txBox="1"/>
          <p:nvPr>
            <p:ph type="ctrTitle"/>
          </p:nvPr>
        </p:nvSpPr>
        <p:spPr>
          <a:xfrm rot="-420004">
            <a:off x="1154779" y="2628546"/>
            <a:ext cx="8207075" cy="1182104"/>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lt1"/>
              </a:buClr>
              <a:buSzPts val="4800"/>
              <a:buFont typeface="Arial"/>
              <a:buNone/>
            </a:pPr>
            <a:r>
              <a:rPr lang="en-US"/>
              <a:t>Our DevOps Journey is Incomplete without Data</a:t>
            </a:r>
            <a:endParaRPr/>
          </a:p>
        </p:txBody>
      </p:sp>
      <p:sp>
        <p:nvSpPr>
          <p:cNvPr id="311" name="Google Shape;311;p34"/>
          <p:cNvSpPr txBox="1"/>
          <p:nvPr>
            <p:ph idx="1" type="body"/>
          </p:nvPr>
        </p:nvSpPr>
        <p:spPr>
          <a:xfrm rot="-420012">
            <a:off x="1421408" y="5099462"/>
            <a:ext cx="5910257" cy="627183"/>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SzPts val="2640"/>
              <a:buFont typeface="Arial"/>
              <a:buNone/>
            </a:pPr>
            <a:r>
              <a:rPr lang="en-US"/>
              <a:t>Data, Architecture &amp; Data Management Practices Need Love &amp; Attention </a:t>
            </a:r>
            <a:endParaRPr/>
          </a:p>
        </p:txBody>
      </p:sp>
      <p:sp>
        <p:nvSpPr>
          <p:cNvPr id="312" name="Google Shape;312;p34"/>
          <p:cNvSpPr txBox="1"/>
          <p:nvPr>
            <p:ph idx="2" type="body"/>
          </p:nvPr>
        </p:nvSpPr>
        <p:spPr>
          <a:xfrm rot="-420087">
            <a:off x="1545656" y="5943060"/>
            <a:ext cx="3347160" cy="60028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SzPts val="1980"/>
              <a:buNone/>
            </a:pPr>
            <a:r>
              <a:rPr lang="en-US"/>
              <a:t>BMK Lakshminarayanan</a:t>
            </a:r>
            <a:endParaRPr/>
          </a:p>
          <a:p>
            <a:pPr indent="0" lvl="0" marL="0" rtl="0" algn="l">
              <a:lnSpc>
                <a:spcPct val="95000"/>
              </a:lnSpc>
              <a:spcBef>
                <a:spcPts val="0"/>
              </a:spcBef>
              <a:spcAft>
                <a:spcPts val="0"/>
              </a:spcAft>
              <a:buSzPts val="1980"/>
              <a:buNone/>
            </a:pPr>
            <a:r>
              <a:t/>
            </a:r>
            <a:endParaRPr/>
          </a:p>
        </p:txBody>
      </p:sp>
      <p:sp>
        <p:nvSpPr>
          <p:cNvPr id="313" name="Google Shape;313;p34"/>
          <p:cNvSpPr/>
          <p:nvPr/>
        </p:nvSpPr>
        <p:spPr>
          <a:xfrm>
            <a:off x="7805575" y="988950"/>
            <a:ext cx="4252176" cy="211431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US" sz="2400">
                <a:solidFill>
                  <a:srgbClr val="002F6B"/>
                </a:solidFill>
                <a:latin typeface="Calibri"/>
                <a:ea typeface="Calibri"/>
                <a:cs typeface="Calibri"/>
                <a:sym typeface="Calibri"/>
              </a:rPr>
              <a:t>Data is the lifeblood of the system of the business</a:t>
            </a:r>
            <a:endParaRPr b="1" sz="2400">
              <a:solidFill>
                <a:srgbClr val="002F6B"/>
              </a:solidFill>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transition>
    <p:fade thruBlk="1"/>
  </p:transition>
</p:sld>
</file>

<file path=ppt/theme/theme1.xml><?xml version="1.0" encoding="utf-8"?>
<a:theme xmlns:a="http://schemas.openxmlformats.org/drawingml/2006/main" xmlns:r="http://schemas.openxmlformats.org/officeDocument/2006/relationships" name="DevOpsWorld_2020">
  <a:themeElements>
    <a:clrScheme name="DevOpsWorld2020">
      <a:dk1>
        <a:srgbClr val="000000"/>
      </a:dk1>
      <a:lt1>
        <a:srgbClr val="FFFFFF"/>
      </a:lt1>
      <a:dk2>
        <a:srgbClr val="21243C"/>
      </a:dk2>
      <a:lt2>
        <a:srgbClr val="C0BFC8"/>
      </a:lt2>
      <a:accent1>
        <a:srgbClr val="F4483C"/>
      </a:accent1>
      <a:accent2>
        <a:srgbClr val="7152DD"/>
      </a:accent2>
      <a:accent3>
        <a:srgbClr val="289CE1"/>
      </a:accent3>
      <a:accent4>
        <a:srgbClr val="FFBF1A"/>
      </a:accent4>
      <a:accent5>
        <a:srgbClr val="591C59"/>
      </a:accent5>
      <a:accent6>
        <a:srgbClr val="2052A0"/>
      </a:accent6>
      <a:hlink>
        <a:srgbClr val="7152DD"/>
      </a:hlink>
      <a:folHlink>
        <a:srgbClr val="591C5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